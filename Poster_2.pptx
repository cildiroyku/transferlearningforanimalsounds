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4" r:id="rId1"/>
  </p:sldMasterIdLst>
  <p:notesMasterIdLst>
    <p:notesMasterId r:id="rId3"/>
  </p:notesMasterIdLst>
  <p:sldIdLst>
    <p:sldId id="258" r:id="rId2"/>
  </p:sldIdLst>
  <p:sldSz cx="43891200" cy="21945600"/>
  <p:notesSz cx="6858000" cy="9144000"/>
  <p:embeddedFontLst>
    <p:embeddedFont>
      <p:font typeface="Amaranth" panose="020B0604020202020204" charset="0"/>
      <p:regular r:id="rId4"/>
      <p:bold r:id="rId5"/>
      <p:italic r:id="rId6"/>
      <p:boldItalic r:id="rId7"/>
    </p:embeddedFont>
    <p:embeddedFont>
      <p:font typeface="Titillium Web" panose="00000500000000000000" pitchFamily="2" charset="0"/>
      <p:regular r:id="rId8"/>
    </p:embeddedFont>
    <p:embeddedFont>
      <p:font typeface="Tw Cen MT" panose="020B0602020104020603" pitchFamily="34" charset="0"/>
      <p:regular r:id="rId9"/>
      <p:bold r:id="rId10"/>
      <p:italic r:id="rId11"/>
      <p:boldItalic r:id="rId12"/>
    </p:embeddedFont>
    <p:embeddedFont>
      <p:font typeface="Tw Cen MT Condensed" panose="020B0606020104020203" pitchFamily="34" charset="0"/>
      <p:regular r:id="rId13"/>
      <p:bold r:id="rId14"/>
    </p:embeddedFont>
    <p:embeddedFont>
      <p:font typeface="Wingdings 3" panose="05040102010807070707" pitchFamily="18" charset="2"/>
      <p:regular r:id="rId15"/>
    </p:embeddedFont>
  </p:embeddedFontLst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5702EA-17EA-4DF2-9873-92E3FDB836DC}" v="6" dt="2025-11-14T22:50:33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6" d="100"/>
          <a:sy n="26" d="100"/>
        </p:scale>
        <p:origin x="259" y="247"/>
      </p:cViewPr>
      <p:guideLst>
        <p:guide orient="horz" pos="6912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21" Type="http://schemas.microsoft.com/office/2016/11/relationships/changesInfo" Target="changesInfos/changesInfo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a Icela Martinez Garcia" userId="e25a0f61-0711-4197-83c2-2f3fb39e58aa" providerId="ADAL" clId="{95D0C784-A649-4208-AA77-8EBF3B00725B}"/>
    <pc:docChg chg="undo custSel modSld">
      <pc:chgData name="Claudia Icela Martinez Garcia" userId="e25a0f61-0711-4197-83c2-2f3fb39e58aa" providerId="ADAL" clId="{95D0C784-A649-4208-AA77-8EBF3B00725B}" dt="2025-11-14T22:50:45.129" v="234" actId="1076"/>
      <pc:docMkLst>
        <pc:docMk/>
      </pc:docMkLst>
      <pc:sldChg chg="addSp delSp modSp mod">
        <pc:chgData name="Claudia Icela Martinez Garcia" userId="e25a0f61-0711-4197-83c2-2f3fb39e58aa" providerId="ADAL" clId="{95D0C784-A649-4208-AA77-8EBF3B00725B}" dt="2025-11-14T22:50:45.129" v="234" actId="1076"/>
        <pc:sldMkLst>
          <pc:docMk/>
          <pc:sldMk cId="257429782" sldId="258"/>
        </pc:sldMkLst>
        <pc:spChg chg="mod">
          <ac:chgData name="Claudia Icela Martinez Garcia" userId="e25a0f61-0711-4197-83c2-2f3fb39e58aa" providerId="ADAL" clId="{95D0C784-A649-4208-AA77-8EBF3B00725B}" dt="2025-11-14T21:09:59.216" v="96" actId="6549"/>
          <ac:spMkLst>
            <pc:docMk/>
            <pc:sldMk cId="257429782" sldId="258"/>
            <ac:spMk id="31" creationId="{8E2471C4-5166-47DE-B451-5D00AF9C9823}"/>
          </ac:spMkLst>
        </pc:spChg>
        <pc:spChg chg="mod">
          <ac:chgData name="Claudia Icela Martinez Garcia" userId="e25a0f61-0711-4197-83c2-2f3fb39e58aa" providerId="ADAL" clId="{95D0C784-A649-4208-AA77-8EBF3B00725B}" dt="2025-11-14T22:38:21.987" v="228" actId="20577"/>
          <ac:spMkLst>
            <pc:docMk/>
            <pc:sldMk cId="257429782" sldId="258"/>
            <ac:spMk id="46" creationId="{6372142C-06E0-43A8-9C3D-E573CB253379}"/>
          </ac:spMkLst>
        </pc:spChg>
        <pc:spChg chg="mod">
          <ac:chgData name="Claudia Icela Martinez Garcia" userId="e25a0f61-0711-4197-83c2-2f3fb39e58aa" providerId="ADAL" clId="{95D0C784-A649-4208-AA77-8EBF3B00725B}" dt="2025-11-14T21:08:57.732" v="94" actId="113"/>
          <ac:spMkLst>
            <pc:docMk/>
            <pc:sldMk cId="257429782" sldId="258"/>
            <ac:spMk id="76" creationId="{00000000-0000-0000-0000-000000000000}"/>
          </ac:spMkLst>
        </pc:spChg>
        <pc:picChg chg="mod">
          <ac:chgData name="Claudia Icela Martinez Garcia" userId="e25a0f61-0711-4197-83c2-2f3fb39e58aa" providerId="ADAL" clId="{95D0C784-A649-4208-AA77-8EBF3B00725B}" dt="2025-11-14T20:11:53.940" v="20" actId="1076"/>
          <ac:picMkLst>
            <pc:docMk/>
            <pc:sldMk cId="257429782" sldId="258"/>
            <ac:picMk id="22" creationId="{80C15935-69BE-601B-4EBA-6A2F8B79E5F3}"/>
          </ac:picMkLst>
        </pc:picChg>
        <pc:picChg chg="del">
          <ac:chgData name="Claudia Icela Martinez Garcia" userId="e25a0f61-0711-4197-83c2-2f3fb39e58aa" providerId="ADAL" clId="{95D0C784-A649-4208-AA77-8EBF3B00725B}" dt="2025-11-14T17:10:26.671" v="0" actId="478"/>
          <ac:picMkLst>
            <pc:docMk/>
            <pc:sldMk cId="257429782" sldId="258"/>
            <ac:picMk id="24" creationId="{D18FE43E-40FA-BFA8-FA37-A9A820A88F57}"/>
          </ac:picMkLst>
        </pc:picChg>
        <pc:picChg chg="add mod">
          <ac:chgData name="Claudia Icela Martinez Garcia" userId="e25a0f61-0711-4197-83c2-2f3fb39e58aa" providerId="ADAL" clId="{95D0C784-A649-4208-AA77-8EBF3B00725B}" dt="2025-11-14T20:11:51.443" v="19" actId="1076"/>
          <ac:picMkLst>
            <pc:docMk/>
            <pc:sldMk cId="257429782" sldId="258"/>
            <ac:picMk id="26" creationId="{1F7288BE-04AD-4D83-1BCB-E7E52E7CC760}"/>
          </ac:picMkLst>
        </pc:picChg>
        <pc:picChg chg="add mod">
          <ac:chgData name="Claudia Icela Martinez Garcia" userId="e25a0f61-0711-4197-83c2-2f3fb39e58aa" providerId="ADAL" clId="{95D0C784-A649-4208-AA77-8EBF3B00725B}" dt="2025-11-14T22:36:03.838" v="106" actId="1076"/>
          <ac:picMkLst>
            <pc:docMk/>
            <pc:sldMk cId="257429782" sldId="258"/>
            <ac:picMk id="28" creationId="{6EF3A436-DAA2-F19B-FA90-59E9647EF130}"/>
          </ac:picMkLst>
        </pc:picChg>
        <pc:picChg chg="add mod">
          <ac:chgData name="Claudia Icela Martinez Garcia" userId="e25a0f61-0711-4197-83c2-2f3fb39e58aa" providerId="ADAL" clId="{95D0C784-A649-4208-AA77-8EBF3B00725B}" dt="2025-11-14T22:50:45.129" v="234" actId="1076"/>
          <ac:picMkLst>
            <pc:docMk/>
            <pc:sldMk cId="257429782" sldId="258"/>
            <ac:picMk id="29" creationId="{81D91E47-120A-F596-A9C1-B9E6D14119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23E944-660C-463B-B9CF-0B62C0146FF8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15142F-4C10-40A2-AF4C-53393C8463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260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15142F-4C10-40A2-AF4C-53393C84636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194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2"/>
            <a:ext cx="43891200" cy="146304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5872438"/>
            <a:ext cx="27980640" cy="4681728"/>
          </a:xfrm>
        </p:spPr>
        <p:txBody>
          <a:bodyPr anchor="ctr">
            <a:normAutofit/>
          </a:bodyPr>
          <a:lstStyle>
            <a:lvl1pPr algn="r">
              <a:defRPr sz="16000" spc="64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998160" y="15872438"/>
            <a:ext cx="11521440" cy="4681728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576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1463040" indent="0" algn="ctr">
              <a:buNone/>
              <a:defRPr sz="576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760"/>
            </a:lvl4pPr>
            <a:lvl5pPr marL="5852160" indent="0" algn="ctr">
              <a:buNone/>
              <a:defRPr sz="5760"/>
            </a:lvl5pPr>
            <a:lvl6pPr marL="7315200" indent="0" algn="ctr">
              <a:buNone/>
              <a:defRPr sz="5760"/>
            </a:lvl6pPr>
            <a:lvl7pPr marL="8778240" indent="0" algn="ctr">
              <a:buNone/>
              <a:defRPr sz="5760"/>
            </a:lvl7pPr>
            <a:lvl8pPr marL="10241280" indent="0" algn="ctr">
              <a:buNone/>
              <a:defRPr sz="5760"/>
            </a:lvl8pPr>
            <a:lvl9pPr marL="1170432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43CEBCA-7401-4C45-9EA2-96F31AFFE86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43A0-C0C4-48C9-8A6F-103B85D8B0C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0192631" y="16845139"/>
            <a:ext cx="0" cy="29260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48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EBCA-7401-4C45-9EA2-96F31AFFE86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43A0-C0C4-48C9-8A6F-103B85D8B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49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3"/>
            <a:ext cx="43891200" cy="1463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5872438"/>
            <a:ext cx="27980640" cy="4681728"/>
          </a:xfrm>
        </p:spPr>
        <p:txBody>
          <a:bodyPr anchor="ctr">
            <a:normAutofit/>
          </a:bodyPr>
          <a:lstStyle>
            <a:lvl1pPr algn="r">
              <a:defRPr sz="16000" b="0" spc="64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98160" y="15872438"/>
            <a:ext cx="11521440" cy="4681728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76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14630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EBCA-7401-4C45-9EA2-96F31AFFE86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43A0-C0C4-48C9-8A6F-103B85D8B0C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0192631" y="16845139"/>
            <a:ext cx="0" cy="292608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280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861" y="1872691"/>
            <a:ext cx="34992259" cy="47987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86861" y="7315200"/>
            <a:ext cx="17117568" cy="12874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561552" y="7315200"/>
            <a:ext cx="17117568" cy="12874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EBCA-7401-4C45-9EA2-96F31AFFE86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43A0-C0C4-48C9-8A6F-103B85D8B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84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686861" y="1872691"/>
            <a:ext cx="34992259" cy="47987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6861" y="6974835"/>
            <a:ext cx="17117568" cy="263347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736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6861" y="9496922"/>
            <a:ext cx="17117568" cy="10693030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561552" y="6974835"/>
            <a:ext cx="17117568" cy="263347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736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marL="0" lvl="0" indent="0" algn="l" defTabSz="2926080" rtl="0" eaLnBrk="1" latinLnBrk="0" hangingPunct="1">
              <a:lnSpc>
                <a:spcPct val="90000"/>
              </a:lnSpc>
              <a:spcBef>
                <a:spcPts val="576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561552" y="9496922"/>
            <a:ext cx="17117568" cy="10693030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EBCA-7401-4C45-9EA2-96F31AFFE86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43A0-C0C4-48C9-8A6F-103B85D8B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0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EBCA-7401-4C45-9EA2-96F31AFFE86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43A0-C0C4-48C9-8A6F-103B85D8B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3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EBCA-7401-4C45-9EA2-96F31AFFE86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43A0-C0C4-48C9-8A6F-103B85D8B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5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86861" y="1508829"/>
            <a:ext cx="15800832" cy="5559552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0" y="2633472"/>
            <a:ext cx="20442326" cy="16590874"/>
          </a:xfrm>
        </p:spPr>
        <p:txBody>
          <a:bodyPr/>
          <a:lstStyle>
            <a:lvl1pPr>
              <a:defRPr sz="7680"/>
            </a:lvl1pPr>
            <a:lvl2pPr>
              <a:defRPr sz="6400"/>
            </a:lvl2pPr>
            <a:lvl3pPr>
              <a:defRPr sz="5120"/>
            </a:lvl3pPr>
            <a:lvl4pPr>
              <a:defRPr sz="5120"/>
            </a:lvl4pPr>
            <a:lvl5pPr>
              <a:defRPr sz="5120"/>
            </a:lvl5pPr>
            <a:lvl6pPr>
              <a:defRPr sz="5120"/>
            </a:lvl6pPr>
            <a:lvl7pPr>
              <a:defRPr sz="5120"/>
            </a:lvl7pPr>
            <a:lvl8pPr>
              <a:defRPr sz="5120"/>
            </a:lvl8pPr>
            <a:lvl9pPr>
              <a:defRPr sz="51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6861" y="7224019"/>
            <a:ext cx="15800832" cy="120393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1920"/>
              </a:spcBef>
              <a:buNone/>
              <a:defRPr sz="5120"/>
            </a:lvl1pPr>
            <a:lvl2pPr marL="1463040" indent="0">
              <a:buNone/>
              <a:defRPr sz="3840"/>
            </a:lvl2pPr>
            <a:lvl3pPr marL="2926080" indent="0">
              <a:buNone/>
              <a:defRPr sz="3200"/>
            </a:lvl3pPr>
            <a:lvl4pPr marL="4389120" indent="0">
              <a:buNone/>
              <a:defRPr sz="2880"/>
            </a:lvl4pPr>
            <a:lvl5pPr marL="5852160" indent="0">
              <a:buNone/>
              <a:defRPr sz="2880"/>
            </a:lvl5pPr>
            <a:lvl6pPr marL="7315200" indent="0">
              <a:buNone/>
              <a:defRPr sz="2880"/>
            </a:lvl6pPr>
            <a:lvl7pPr marL="8778240" indent="0">
              <a:buNone/>
              <a:defRPr sz="2880"/>
            </a:lvl7pPr>
            <a:lvl8pPr marL="10241280" indent="0">
              <a:buNone/>
              <a:defRPr sz="2880"/>
            </a:lvl8pPr>
            <a:lvl9pPr marL="11704320" indent="0">
              <a:buNone/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EBCA-7401-4C45-9EA2-96F31AFFE86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43A0-C0C4-48C9-8A6F-103B85D8B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3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5872442"/>
            <a:ext cx="27980640" cy="4681728"/>
          </a:xfrm>
        </p:spPr>
        <p:txBody>
          <a:bodyPr anchor="ctr">
            <a:normAutofit/>
          </a:bodyPr>
          <a:lstStyle>
            <a:lvl1pPr algn="r">
              <a:defRPr sz="16000" spc="64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3"/>
            <a:ext cx="43880227" cy="146304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998160" y="15872442"/>
            <a:ext cx="11521440" cy="4681728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76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EBCA-7401-4C45-9EA2-96F31AFFE86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43A0-C0C4-48C9-8A6F-103B85D8B0C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0192631" y="16845139"/>
            <a:ext cx="0" cy="29260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02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EBCA-7401-4C45-9EA2-96F31AFFE86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43A0-C0C4-48C9-8A6F-103B85D8B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04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2438400"/>
            <a:ext cx="9464040" cy="1731264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66160" y="2438400"/>
            <a:ext cx="27294840" cy="173126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EBCA-7401-4C45-9EA2-96F31AFFE86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E43A0-C0C4-48C9-8A6F-103B85D8B0C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36210240" y="6762"/>
            <a:ext cx="0" cy="329184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69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86861" y="1872691"/>
            <a:ext cx="34992259" cy="4798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6862" y="7315200"/>
            <a:ext cx="34992256" cy="1287475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86861" y="20706253"/>
            <a:ext cx="7754911" cy="877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143CEBCA-7401-4C45-9EA2-96F31AFFE86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34555" y="20706253"/>
            <a:ext cx="21245249" cy="877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014402" y="20706253"/>
            <a:ext cx="3505198" cy="877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0D3E43A0-C0C4-48C9-8A6F-103B85D8B0C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743200" y="2644237"/>
            <a:ext cx="0" cy="29260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286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926080" rtl="0" eaLnBrk="1" latinLnBrk="0" hangingPunct="1">
        <a:lnSpc>
          <a:spcPct val="80000"/>
        </a:lnSpc>
        <a:spcBef>
          <a:spcPct val="0"/>
        </a:spcBef>
        <a:buNone/>
        <a:defRPr sz="16000" kern="1200" cap="all" spc="32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292608" indent="-292608" algn="l" defTabSz="2926080" rtl="0" eaLnBrk="1" latinLnBrk="0" hangingPunct="1">
        <a:lnSpc>
          <a:spcPct val="90000"/>
        </a:lnSpc>
        <a:spcBef>
          <a:spcPts val="3840"/>
        </a:spcBef>
        <a:spcAft>
          <a:spcPts val="64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7040" kern="1200">
          <a:solidFill>
            <a:schemeClr val="tx1"/>
          </a:solidFill>
          <a:latin typeface="+mn-lt"/>
          <a:ea typeface="+mn-ea"/>
          <a:cs typeface="+mn-cs"/>
        </a:defRPr>
      </a:lvl1pPr>
      <a:lvl2pPr marL="848563" indent="-438912" algn="l" defTabSz="2926080" rtl="0" eaLnBrk="1" latinLnBrk="0" hangingPunct="1">
        <a:lnSpc>
          <a:spcPct val="90000"/>
        </a:lnSpc>
        <a:spcBef>
          <a:spcPts val="640"/>
        </a:spcBef>
        <a:spcAft>
          <a:spcPts val="1280"/>
        </a:spcAft>
        <a:buClr>
          <a:schemeClr val="accent2"/>
        </a:buClr>
        <a:buFont typeface="Wingdings 3" pitchFamily="18" charset="2"/>
        <a:buChar char="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1433779" indent="-438912" algn="l" defTabSz="2926080" rtl="0" eaLnBrk="1" latinLnBrk="0" hangingPunct="1">
        <a:lnSpc>
          <a:spcPct val="90000"/>
        </a:lnSpc>
        <a:spcBef>
          <a:spcPts val="640"/>
        </a:spcBef>
        <a:spcAft>
          <a:spcPts val="1280"/>
        </a:spcAft>
        <a:buClr>
          <a:schemeClr val="accent2"/>
        </a:buClr>
        <a:buFont typeface="Wingdings 3" pitchFamily="18" charset="2"/>
        <a:buChar char=""/>
        <a:defRPr sz="4480" kern="1200">
          <a:solidFill>
            <a:schemeClr val="tx1"/>
          </a:solidFill>
          <a:latin typeface="+mn-lt"/>
          <a:ea typeface="+mn-ea"/>
          <a:cs typeface="+mn-cs"/>
        </a:defRPr>
      </a:lvl3pPr>
      <a:lvl4pPr marL="1901952" indent="-438912" algn="l" defTabSz="2926080" rtl="0" eaLnBrk="1" latinLnBrk="0" hangingPunct="1">
        <a:lnSpc>
          <a:spcPct val="90000"/>
        </a:lnSpc>
        <a:spcBef>
          <a:spcPts val="640"/>
        </a:spcBef>
        <a:spcAft>
          <a:spcPts val="1280"/>
        </a:spcAft>
        <a:buClr>
          <a:schemeClr val="accent2"/>
        </a:buClr>
        <a:buFont typeface="Wingdings 3" pitchFamily="18" charset="2"/>
        <a:buChar char=""/>
        <a:defRPr sz="4480" kern="1200">
          <a:solidFill>
            <a:schemeClr val="tx1"/>
          </a:solidFill>
          <a:latin typeface="+mn-lt"/>
          <a:ea typeface="+mn-ea"/>
          <a:cs typeface="+mn-cs"/>
        </a:defRPr>
      </a:lvl4pPr>
      <a:lvl5pPr marL="2487168" indent="-438912" algn="l" defTabSz="2926080" rtl="0" eaLnBrk="1" latinLnBrk="0" hangingPunct="1">
        <a:lnSpc>
          <a:spcPct val="90000"/>
        </a:lnSpc>
        <a:spcBef>
          <a:spcPts val="640"/>
        </a:spcBef>
        <a:spcAft>
          <a:spcPts val="1280"/>
        </a:spcAft>
        <a:buClr>
          <a:schemeClr val="accent2"/>
        </a:buClr>
        <a:buFont typeface="Wingdings 3" pitchFamily="18" charset="2"/>
        <a:buChar char=""/>
        <a:defRPr sz="4480" kern="1200">
          <a:solidFill>
            <a:schemeClr val="tx1"/>
          </a:solidFill>
          <a:latin typeface="+mn-lt"/>
          <a:ea typeface="+mn-ea"/>
          <a:cs typeface="+mn-cs"/>
        </a:defRPr>
      </a:lvl5pPr>
      <a:lvl6pPr marL="2926080" indent="-438912" algn="l" defTabSz="2926080" rtl="0" eaLnBrk="1" latinLnBrk="0" hangingPunct="1">
        <a:lnSpc>
          <a:spcPct val="90000"/>
        </a:lnSpc>
        <a:spcBef>
          <a:spcPts val="640"/>
        </a:spcBef>
        <a:spcAft>
          <a:spcPts val="1280"/>
        </a:spcAft>
        <a:buClr>
          <a:schemeClr val="accent2"/>
        </a:buClr>
        <a:buFont typeface="Wingdings 3" pitchFamily="18" charset="2"/>
        <a:buChar char=""/>
        <a:defRPr sz="4480" kern="1200">
          <a:solidFill>
            <a:schemeClr val="tx1"/>
          </a:solidFill>
          <a:latin typeface="+mn-lt"/>
          <a:ea typeface="+mn-ea"/>
          <a:cs typeface="+mn-cs"/>
        </a:defRPr>
      </a:lvl6pPr>
      <a:lvl7pPr marL="3394253" indent="-438912" algn="l" defTabSz="2926080" rtl="0" eaLnBrk="1" latinLnBrk="0" hangingPunct="1">
        <a:lnSpc>
          <a:spcPct val="90000"/>
        </a:lnSpc>
        <a:spcBef>
          <a:spcPts val="640"/>
        </a:spcBef>
        <a:spcAft>
          <a:spcPts val="1280"/>
        </a:spcAft>
        <a:buClr>
          <a:schemeClr val="accent2"/>
        </a:buClr>
        <a:buFont typeface="Wingdings 3" pitchFamily="18" charset="2"/>
        <a:buChar char=""/>
        <a:defRPr sz="4480" kern="1200">
          <a:solidFill>
            <a:schemeClr val="tx1"/>
          </a:solidFill>
          <a:latin typeface="+mn-lt"/>
          <a:ea typeface="+mn-ea"/>
          <a:cs typeface="+mn-cs"/>
        </a:defRPr>
      </a:lvl7pPr>
      <a:lvl8pPr marL="3891686" indent="-438912" algn="l" defTabSz="2926080" rtl="0" eaLnBrk="1" latinLnBrk="0" hangingPunct="1">
        <a:lnSpc>
          <a:spcPct val="90000"/>
        </a:lnSpc>
        <a:spcBef>
          <a:spcPts val="640"/>
        </a:spcBef>
        <a:spcAft>
          <a:spcPts val="1280"/>
        </a:spcAft>
        <a:buClr>
          <a:schemeClr val="accent2"/>
        </a:buClr>
        <a:buFont typeface="Wingdings 3" pitchFamily="18" charset="2"/>
        <a:buChar char=""/>
        <a:defRPr sz="4480" kern="1200">
          <a:solidFill>
            <a:schemeClr val="tx1"/>
          </a:solidFill>
          <a:latin typeface="+mn-lt"/>
          <a:ea typeface="+mn-ea"/>
          <a:cs typeface="+mn-cs"/>
        </a:defRPr>
      </a:lvl8pPr>
      <a:lvl9pPr marL="4359859" indent="-438912" algn="l" defTabSz="2926080" rtl="0" eaLnBrk="1" latinLnBrk="0" hangingPunct="1">
        <a:lnSpc>
          <a:spcPct val="90000"/>
        </a:lnSpc>
        <a:spcBef>
          <a:spcPts val="640"/>
        </a:spcBef>
        <a:spcAft>
          <a:spcPts val="1280"/>
        </a:spcAft>
        <a:buClr>
          <a:schemeClr val="accent2"/>
        </a:buClr>
        <a:buFont typeface="Wingdings 3" pitchFamily="18" charset="2"/>
        <a:buChar char=""/>
        <a:defRPr sz="4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CF58507C-498D-43B7-8B25-E114DB6CF968}"/>
              </a:ext>
            </a:extLst>
          </p:cNvPr>
          <p:cNvSpPr txBox="1"/>
          <p:nvPr/>
        </p:nvSpPr>
        <p:spPr>
          <a:xfrm>
            <a:off x="9753600" y="393976"/>
            <a:ext cx="24384000" cy="19582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507516">
              <a:spcBef>
                <a:spcPct val="20000"/>
              </a:spcBef>
              <a:defRPr/>
            </a:pPr>
            <a:r>
              <a:rPr lang="en-US" sz="5700" dirty="0">
                <a:solidFill>
                  <a:schemeClr val="accent1">
                    <a:lumMod val="75000"/>
                  </a:schemeClr>
                </a:solidFill>
                <a:latin typeface="Amaranth" panose="02000503050000020004" pitchFamily="2" charset="0"/>
                <a:cs typeface="Times New Roman" panose="02020603050405020304" pitchFamily="18" charset="0"/>
              </a:rPr>
              <a:t>From Music to animal sounds: </a:t>
            </a:r>
          </a:p>
          <a:p>
            <a:pPr algn="ctr" defTabSz="2507516">
              <a:spcBef>
                <a:spcPct val="20000"/>
              </a:spcBef>
              <a:defRPr/>
            </a:pPr>
            <a:r>
              <a:rPr lang="en-US" sz="5700" dirty="0">
                <a:solidFill>
                  <a:schemeClr val="accent1">
                    <a:lumMod val="75000"/>
                  </a:schemeClr>
                </a:solidFill>
                <a:latin typeface="Amaranth" panose="02000503050000020004" pitchFamily="2" charset="0"/>
                <a:cs typeface="Times New Roman" panose="02020603050405020304" pitchFamily="18" charset="0"/>
              </a:rPr>
              <a:t>Transfer Learning with the Pretrained </a:t>
            </a:r>
            <a:r>
              <a:rPr lang="en-US" sz="5700" dirty="0" err="1">
                <a:solidFill>
                  <a:schemeClr val="accent1">
                    <a:lumMod val="75000"/>
                  </a:schemeClr>
                </a:solidFill>
                <a:latin typeface="Amaranth" panose="02000503050000020004" pitchFamily="2" charset="0"/>
                <a:cs typeface="Times New Roman" panose="02020603050405020304" pitchFamily="18" charset="0"/>
              </a:rPr>
              <a:t>YAMNet</a:t>
            </a:r>
            <a:r>
              <a:rPr lang="en-US" sz="5700" dirty="0">
                <a:solidFill>
                  <a:schemeClr val="accent1">
                    <a:lumMod val="75000"/>
                  </a:schemeClr>
                </a:solidFill>
                <a:latin typeface="Amaranth" panose="02000503050000020004" pitchFamily="2" charset="0"/>
                <a:cs typeface="Times New Roman" panose="02020603050405020304" pitchFamily="18" charset="0"/>
              </a:rPr>
              <a:t> Model Enter A Title And Add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8E2471C4-5166-47DE-B451-5D00AF9C9823}"/>
              </a:ext>
            </a:extLst>
          </p:cNvPr>
          <p:cNvSpPr txBox="1"/>
          <p:nvPr/>
        </p:nvSpPr>
        <p:spPr>
          <a:xfrm>
            <a:off x="9753600" y="2528330"/>
            <a:ext cx="24384000" cy="125265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700" dirty="0">
                <a:solidFill>
                  <a:schemeClr val="accent1">
                    <a:lumMod val="75000"/>
                  </a:schemeClr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Oyku Cildir and Claudia Martinez </a:t>
            </a:r>
          </a:p>
          <a:p>
            <a:pPr algn="ctr">
              <a:defRPr/>
            </a:pPr>
            <a:r>
              <a:rPr lang="en-US" sz="3700" dirty="0">
                <a:solidFill>
                  <a:schemeClr val="accent1">
                    <a:lumMod val="75000"/>
                  </a:schemeClr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HEC Montreal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186FBA-4B20-48BE-B919-AEB6D0A6B028}"/>
              </a:ext>
            </a:extLst>
          </p:cNvPr>
          <p:cNvGrpSpPr/>
          <p:nvPr/>
        </p:nvGrpSpPr>
        <p:grpSpPr>
          <a:xfrm>
            <a:off x="11364347" y="10686485"/>
            <a:ext cx="10392860" cy="10954315"/>
            <a:chOff x="11477614" y="16029729"/>
            <a:chExt cx="10306968" cy="16431471"/>
          </a:xfrm>
        </p:grpSpPr>
        <p:sp>
          <p:nvSpPr>
            <p:cNvPr id="65" name="Rectangle 64"/>
            <p:cNvSpPr/>
            <p:nvPr/>
          </p:nvSpPr>
          <p:spPr>
            <a:xfrm>
              <a:off x="11762041" y="16420742"/>
              <a:ext cx="10022541" cy="160404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34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402271A-8E8D-41D7-9075-F9EF7A38037F}"/>
                </a:ext>
              </a:extLst>
            </p:cNvPr>
            <p:cNvSpPr/>
            <p:nvPr/>
          </p:nvSpPr>
          <p:spPr>
            <a:xfrm>
              <a:off x="11477614" y="16029729"/>
              <a:ext cx="9978583" cy="1613599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34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BEF0ACA-30CF-4891-910F-A2FDDB969CFC}"/>
              </a:ext>
            </a:extLst>
          </p:cNvPr>
          <p:cNvGrpSpPr/>
          <p:nvPr/>
        </p:nvGrpSpPr>
        <p:grpSpPr>
          <a:xfrm>
            <a:off x="22246092" y="4078581"/>
            <a:ext cx="10382363" cy="17562220"/>
            <a:chOff x="22269427" y="5445691"/>
            <a:chExt cx="10296558" cy="27015509"/>
          </a:xfrm>
        </p:grpSpPr>
        <p:sp>
          <p:nvSpPr>
            <p:cNvPr id="68" name="Rectangle 67"/>
            <p:cNvSpPr/>
            <p:nvPr/>
          </p:nvSpPr>
          <p:spPr>
            <a:xfrm>
              <a:off x="22543444" y="5952232"/>
              <a:ext cx="10022541" cy="265089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34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B9821F6-9316-4B17-AB7E-9528035DE257}"/>
                </a:ext>
              </a:extLst>
            </p:cNvPr>
            <p:cNvSpPr/>
            <p:nvPr/>
          </p:nvSpPr>
          <p:spPr>
            <a:xfrm>
              <a:off x="22269428" y="5445691"/>
              <a:ext cx="9978583" cy="26720028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34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F6A3F08-0BC0-4BCA-80AC-7F2DC5241070}"/>
              </a:ext>
            </a:extLst>
          </p:cNvPr>
          <p:cNvGrpSpPr/>
          <p:nvPr/>
        </p:nvGrpSpPr>
        <p:grpSpPr>
          <a:xfrm>
            <a:off x="33127841" y="4078581"/>
            <a:ext cx="10382360" cy="17562219"/>
            <a:chOff x="33061244" y="5445691"/>
            <a:chExt cx="10296555" cy="27015508"/>
          </a:xfrm>
        </p:grpSpPr>
        <p:sp>
          <p:nvSpPr>
            <p:cNvPr id="69" name="Rectangle 68"/>
            <p:cNvSpPr/>
            <p:nvPr/>
          </p:nvSpPr>
          <p:spPr>
            <a:xfrm>
              <a:off x="33335258" y="5952232"/>
              <a:ext cx="10022541" cy="265089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34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903983E-51FF-4B04-8FC4-0997FEEBAC99}"/>
                </a:ext>
              </a:extLst>
            </p:cNvPr>
            <p:cNvSpPr/>
            <p:nvPr/>
          </p:nvSpPr>
          <p:spPr>
            <a:xfrm>
              <a:off x="33061244" y="5445691"/>
              <a:ext cx="9978583" cy="26720028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34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02EC205-E470-4505-86EC-21C9FB3B20AD}"/>
              </a:ext>
            </a:extLst>
          </p:cNvPr>
          <p:cNvGrpSpPr/>
          <p:nvPr/>
        </p:nvGrpSpPr>
        <p:grpSpPr>
          <a:xfrm>
            <a:off x="482601" y="10686485"/>
            <a:ext cx="10382360" cy="10954315"/>
            <a:chOff x="685799" y="16029729"/>
            <a:chExt cx="10296555" cy="16431471"/>
          </a:xfrm>
        </p:grpSpPr>
        <p:sp>
          <p:nvSpPr>
            <p:cNvPr id="64" name="Rectangle 63"/>
            <p:cNvSpPr/>
            <p:nvPr/>
          </p:nvSpPr>
          <p:spPr>
            <a:xfrm>
              <a:off x="959813" y="16420742"/>
              <a:ext cx="10022541" cy="160404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34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00A6A35-81A5-48B0-BD00-53BD5FD9AE6F}"/>
                </a:ext>
              </a:extLst>
            </p:cNvPr>
            <p:cNvSpPr/>
            <p:nvPr/>
          </p:nvSpPr>
          <p:spPr>
            <a:xfrm>
              <a:off x="685799" y="16029729"/>
              <a:ext cx="9978583" cy="1613599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34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B3D9C5F-17C5-4484-BB29-2B5981BDAAB5}"/>
              </a:ext>
            </a:extLst>
          </p:cNvPr>
          <p:cNvGrpSpPr/>
          <p:nvPr/>
        </p:nvGrpSpPr>
        <p:grpSpPr>
          <a:xfrm>
            <a:off x="482602" y="4078581"/>
            <a:ext cx="21274604" cy="6193193"/>
            <a:chOff x="685801" y="5445691"/>
            <a:chExt cx="21098781" cy="9961970"/>
          </a:xfrm>
        </p:grpSpPr>
        <p:sp>
          <p:nvSpPr>
            <p:cNvPr id="53" name="Rectangle 52"/>
            <p:cNvSpPr/>
            <p:nvPr/>
          </p:nvSpPr>
          <p:spPr>
            <a:xfrm>
              <a:off x="959813" y="5752283"/>
              <a:ext cx="20824769" cy="96553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34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A9F8C9D-F26D-4848-9D04-66955C187D6D}"/>
                </a:ext>
              </a:extLst>
            </p:cNvPr>
            <p:cNvSpPr/>
            <p:nvPr/>
          </p:nvSpPr>
          <p:spPr>
            <a:xfrm>
              <a:off x="685801" y="5445691"/>
              <a:ext cx="20770396" cy="965537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34"/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682063" y="5127823"/>
            <a:ext cx="2054598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600" dirty="0"/>
              <a:t>This project investigates the effectiveness of transfer learning for environmental sound classification by leveraging </a:t>
            </a:r>
            <a:r>
              <a:rPr lang="en-US" sz="2600" dirty="0" err="1"/>
              <a:t>YAMNet</a:t>
            </a:r>
            <a:r>
              <a:rPr lang="en-US" sz="2600" dirty="0"/>
              <a:t>, a pretrained deep audio model based on </a:t>
            </a:r>
            <a:r>
              <a:rPr lang="en-US" sz="2600" dirty="0" err="1"/>
              <a:t>MobileNet</a:t>
            </a:r>
            <a:r>
              <a:rPr lang="en-US" sz="2600" dirty="0"/>
              <a:t>. Because ESC-50 is a relatively small dataset, we evaluate whether representations learned from a large-scale music dataset (GTZAN) can generalize to animal sounds and whether small amounts of labeled data are sufficient to achieve competitive performance.</a:t>
            </a:r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We compare three classification strategies on top of </a:t>
            </a:r>
            <a:r>
              <a:rPr lang="en-US" sz="2600" dirty="0" err="1"/>
              <a:t>YAMNet</a:t>
            </a:r>
            <a:r>
              <a:rPr lang="en-US" sz="2600" dirty="0"/>
              <a:t> embeddings—Linear Regression, Random Forest, Ridge Linear Regression, Support Vector Machines (SVM), Nearest Centroid, and K-Nearest Neighbors (KNN)—and evaluate them under zero-shot, few-shot (k=5 samples per class), and full fine-tuning configurations. Results show that zero-shot transfer fails due to a large domain gap between music and environmental sounds. However, few-shot learning substantially improves performance, especially for SVM and Nearest Centroid, demonstrating that the pretrained representation adapts well with limited supervision. Full fine-tuning yields the best macro-F1 scores (≈0.80–0.84) across classifiers, establishing an upper bound for transfer on this task.</a:t>
            </a:r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Overall, our findings highlight that </a:t>
            </a:r>
            <a:r>
              <a:rPr lang="en-US" sz="2600" dirty="0" err="1"/>
              <a:t>YAMNet</a:t>
            </a:r>
            <a:r>
              <a:rPr lang="en-US" sz="2600" dirty="0"/>
              <a:t> provides a strong foundation for cross-domain transfer, and that even small labeled subsets of ESC-50 enable effective adaptation for animal sound recognition.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2599" y="4362421"/>
            <a:ext cx="829818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Amaranth" panose="02000503050000020004" pitchFamily="2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AAF8F2-8470-487B-BDD8-F25BC60BB8F1}"/>
              </a:ext>
            </a:extLst>
          </p:cNvPr>
          <p:cNvSpPr txBox="1"/>
          <p:nvPr/>
        </p:nvSpPr>
        <p:spPr>
          <a:xfrm>
            <a:off x="682063" y="11738203"/>
            <a:ext cx="9558584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Deep Learning Model: </a:t>
            </a:r>
            <a:r>
              <a:rPr lang="en-US" sz="3200" dirty="0" err="1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YAMNet</a:t>
            </a: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</a:rPr>
              <a:t>Short description of </a:t>
            </a:r>
            <a:r>
              <a:rPr lang="en-US" sz="3200" dirty="0" err="1">
                <a:solidFill>
                  <a:schemeClr val="bg1"/>
                </a:solidFill>
                <a:latin typeface="Titillium Web" panose="00000500000000000000" pitchFamily="2" charset="0"/>
              </a:rPr>
              <a:t>YAMNet</a:t>
            </a: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</a:rPr>
              <a:t>Diagram </a:t>
            </a:r>
          </a:p>
          <a:p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</a:rPr>
              <a:t>Why it’s good for transfer learning</a:t>
            </a:r>
          </a:p>
          <a:p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</a:endParaRPr>
          </a:p>
          <a:p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</a:endParaRPr>
          </a:p>
          <a:p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</a:endParaRPr>
          </a:p>
          <a:p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</a:endParaRPr>
          </a:p>
          <a:p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</a:endParaRPr>
          </a:p>
          <a:p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</a:endParaRPr>
          </a:p>
          <a:p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</a:endParaRPr>
          </a:p>
          <a:p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Transfer Learning Setup</a:t>
            </a:r>
          </a:p>
          <a:p>
            <a:r>
              <a:rPr lang="en-CA" sz="3200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Explain:</a:t>
            </a:r>
          </a:p>
          <a:p>
            <a:r>
              <a:rPr lang="en-CA" sz="3200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Zero-shot</a:t>
            </a:r>
          </a:p>
          <a:p>
            <a:r>
              <a:rPr lang="en-CA" sz="3200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Few-shot (k=5)</a:t>
            </a:r>
          </a:p>
          <a:p>
            <a:r>
              <a:rPr lang="en-CA" sz="3200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Full fine-tuning</a:t>
            </a:r>
          </a:p>
          <a:p>
            <a:r>
              <a:rPr lang="en-CA" sz="3200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Classifiers (SVM, NC, KNN)</a:t>
            </a:r>
          </a:p>
          <a:p>
            <a:pPr lvl="0"/>
            <a:endParaRPr lang="en-US" sz="16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57C5BE-1048-41F4-B291-71C5FE53A785}"/>
              </a:ext>
            </a:extLst>
          </p:cNvPr>
          <p:cNvSpPr/>
          <p:nvPr/>
        </p:nvSpPr>
        <p:spPr>
          <a:xfrm>
            <a:off x="482599" y="10972800"/>
            <a:ext cx="829818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Amaranth" panose="02000503050000020004" pitchFamily="2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038CD7-8151-441F-8271-E513E2717D2A}"/>
              </a:ext>
            </a:extLst>
          </p:cNvPr>
          <p:cNvSpPr txBox="1"/>
          <p:nvPr/>
        </p:nvSpPr>
        <p:spPr>
          <a:xfrm>
            <a:off x="11563809" y="11738203"/>
            <a:ext cx="9558584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chemeClr val="bg1"/>
                </a:solidFill>
                <a:latin typeface="Titillium Web" panose="00000500000000000000" pitchFamily="2" charset="0"/>
              </a:rPr>
              <a:t>GTZAN – Music Genres</a:t>
            </a:r>
          </a:p>
          <a:p>
            <a:r>
              <a:rPr lang="en-CA" sz="3200" b="1" dirty="0">
                <a:solidFill>
                  <a:schemeClr val="bg1"/>
                </a:solidFill>
                <a:latin typeface="Titillium Web" panose="00000500000000000000" pitchFamily="2" charset="0"/>
              </a:rPr>
              <a:t>1,000</a:t>
            </a:r>
            <a:r>
              <a:rPr lang="en-CA" sz="3200" dirty="0">
                <a:solidFill>
                  <a:schemeClr val="bg1"/>
                </a:solidFill>
                <a:latin typeface="Titillium Web" panose="00000500000000000000" pitchFamily="2" charset="0"/>
              </a:rPr>
              <a:t> audio clips</a:t>
            </a:r>
          </a:p>
          <a:p>
            <a:r>
              <a:rPr lang="en-CA" sz="3200" b="1" dirty="0">
                <a:solidFill>
                  <a:schemeClr val="bg1"/>
                </a:solidFill>
                <a:latin typeface="Titillium Web" panose="00000500000000000000" pitchFamily="2" charset="0"/>
              </a:rPr>
              <a:t>10 genres</a:t>
            </a:r>
            <a:r>
              <a:rPr lang="en-CA" sz="3200" dirty="0">
                <a:solidFill>
                  <a:schemeClr val="bg1"/>
                </a:solidFill>
                <a:latin typeface="Titillium Web" panose="00000500000000000000" pitchFamily="2" charset="0"/>
              </a:rPr>
              <a:t> (e.g., jazz, classical, rock, metal…)</a:t>
            </a:r>
          </a:p>
          <a:p>
            <a:r>
              <a:rPr lang="en-CA" sz="3200" b="1" dirty="0">
                <a:solidFill>
                  <a:schemeClr val="bg1"/>
                </a:solidFill>
                <a:latin typeface="Titillium Web" panose="00000500000000000000" pitchFamily="2" charset="0"/>
              </a:rPr>
              <a:t>30 sec</a:t>
            </a:r>
            <a:r>
              <a:rPr lang="en-CA" sz="3200" dirty="0">
                <a:solidFill>
                  <a:schemeClr val="bg1"/>
                </a:solidFill>
                <a:latin typeface="Titillium Web" panose="00000500000000000000" pitchFamily="2" charset="0"/>
              </a:rPr>
              <a:t> per clip</a:t>
            </a:r>
          </a:p>
          <a:p>
            <a:r>
              <a:rPr lang="en-CA" sz="3200" dirty="0">
                <a:solidFill>
                  <a:schemeClr val="bg1"/>
                </a:solidFill>
                <a:latin typeface="Titillium Web" panose="00000500000000000000" pitchFamily="2" charset="0"/>
              </a:rPr>
              <a:t>Used as the </a:t>
            </a:r>
            <a:r>
              <a:rPr lang="en-CA" sz="3200" b="1" dirty="0">
                <a:solidFill>
                  <a:schemeClr val="bg1"/>
                </a:solidFill>
                <a:latin typeface="Titillium Web" panose="00000500000000000000" pitchFamily="2" charset="0"/>
              </a:rPr>
              <a:t>source domain</a:t>
            </a:r>
            <a:r>
              <a:rPr lang="en-CA" sz="3200" dirty="0">
                <a:solidFill>
                  <a:schemeClr val="bg1"/>
                </a:solidFill>
                <a:latin typeface="Titillium Web" panose="00000500000000000000" pitchFamily="2" charset="0"/>
              </a:rPr>
              <a:t> for zero-shot &amp; few-shot transfer</a:t>
            </a:r>
          </a:p>
          <a:p>
            <a:endParaRPr lang="en-CA" sz="1600" dirty="0">
              <a:latin typeface="Titillium Web" panose="00000500000000000000" pitchFamily="2" charset="0"/>
            </a:endParaRPr>
          </a:p>
          <a:p>
            <a:endParaRPr lang="en-CA" sz="1600" dirty="0">
              <a:latin typeface="Titillium Web" panose="00000500000000000000" pitchFamily="2" charset="0"/>
            </a:endParaRPr>
          </a:p>
          <a:p>
            <a:endParaRPr lang="en-CA" sz="1600" dirty="0">
              <a:latin typeface="Titillium Web" panose="00000500000000000000" pitchFamily="2" charset="0"/>
            </a:endParaRPr>
          </a:p>
          <a:p>
            <a:endParaRPr lang="en-CA" sz="1600" dirty="0">
              <a:latin typeface="Titillium Web" panose="00000500000000000000" pitchFamily="2" charset="0"/>
            </a:endParaRPr>
          </a:p>
          <a:p>
            <a:endParaRPr lang="en-CA" sz="1600" dirty="0">
              <a:latin typeface="Titillium Web" panose="00000500000000000000" pitchFamily="2" charset="0"/>
            </a:endParaRPr>
          </a:p>
          <a:p>
            <a:endParaRPr lang="en-CA" sz="1600" dirty="0">
              <a:latin typeface="Titillium Web" panose="00000500000000000000" pitchFamily="2" charset="0"/>
            </a:endParaRPr>
          </a:p>
          <a:p>
            <a:endParaRPr lang="en-CA" sz="1600" dirty="0">
              <a:latin typeface="Titillium Web" panose="00000500000000000000" pitchFamily="2" charset="0"/>
            </a:endParaRPr>
          </a:p>
          <a:p>
            <a:endParaRPr lang="en-CA" sz="1600" dirty="0">
              <a:latin typeface="Titillium Web" panose="00000500000000000000" pitchFamily="2" charset="0"/>
            </a:endParaRPr>
          </a:p>
          <a:p>
            <a:endParaRPr lang="en-CA" sz="1600" dirty="0">
              <a:latin typeface="Titillium Web" panose="00000500000000000000" pitchFamily="2" charset="0"/>
            </a:endParaRPr>
          </a:p>
          <a:p>
            <a:endParaRPr lang="en-CA" sz="1600" dirty="0">
              <a:solidFill>
                <a:schemeClr val="bg1"/>
              </a:solidFill>
              <a:latin typeface="Titillium Web" panose="00000500000000000000" pitchFamily="2" charset="0"/>
            </a:endParaRPr>
          </a:p>
          <a:p>
            <a:endParaRPr lang="en-CA" sz="1600" dirty="0">
              <a:solidFill>
                <a:schemeClr val="bg1"/>
              </a:solidFill>
              <a:latin typeface="Titillium Web" panose="00000500000000000000" pitchFamily="2" charset="0"/>
            </a:endParaRPr>
          </a:p>
          <a:p>
            <a:endParaRPr lang="en-CA" sz="1600" dirty="0">
              <a:solidFill>
                <a:schemeClr val="bg1"/>
              </a:solidFill>
              <a:latin typeface="Titillium Web" panose="00000500000000000000" pitchFamily="2" charset="0"/>
            </a:endParaRPr>
          </a:p>
          <a:p>
            <a:endParaRPr lang="en-CA" sz="1600" dirty="0">
              <a:solidFill>
                <a:schemeClr val="bg1"/>
              </a:solidFill>
              <a:latin typeface="Titillium Web" panose="00000500000000000000" pitchFamily="2" charset="0"/>
            </a:endParaRPr>
          </a:p>
          <a:p>
            <a:pPr>
              <a:buNone/>
            </a:pPr>
            <a:r>
              <a:rPr lang="en-US" sz="3200" b="1" dirty="0">
                <a:solidFill>
                  <a:schemeClr val="bg1"/>
                </a:solidFill>
                <a:latin typeface="Titillium Web" panose="00000500000000000000" pitchFamily="2" charset="0"/>
              </a:rPr>
              <a:t>ESC-50 – Animal Sounds Subset</a:t>
            </a:r>
          </a:p>
          <a:p>
            <a:r>
              <a:rPr lang="en-US" sz="3200" b="1" dirty="0">
                <a:solidFill>
                  <a:schemeClr val="bg1"/>
                </a:solidFill>
                <a:latin typeface="Titillium Web" panose="00000500000000000000" pitchFamily="2" charset="0"/>
              </a:rPr>
              <a:t>2,000</a:t>
            </a:r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</a:rPr>
              <a:t> clips</a:t>
            </a:r>
          </a:p>
          <a:p>
            <a:r>
              <a:rPr lang="en-US" sz="3200" b="1" dirty="0">
                <a:solidFill>
                  <a:schemeClr val="bg1"/>
                </a:solidFill>
                <a:latin typeface="Titillium Web" panose="00000500000000000000" pitchFamily="2" charset="0"/>
              </a:rPr>
              <a:t>10 animal classes</a:t>
            </a:r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</a:rPr>
              <a:t> (e.g., dog, cat, bird, frog…)</a:t>
            </a:r>
          </a:p>
          <a:p>
            <a:r>
              <a:rPr lang="en-US" sz="3200" b="1" dirty="0">
                <a:solidFill>
                  <a:schemeClr val="bg1"/>
                </a:solidFill>
                <a:latin typeface="Titillium Web" panose="00000500000000000000" pitchFamily="2" charset="0"/>
              </a:rPr>
              <a:t>5 sec</a:t>
            </a:r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</a:rPr>
              <a:t> per clip</a:t>
            </a:r>
          </a:p>
          <a:p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</a:rPr>
              <a:t>Used as the </a:t>
            </a:r>
            <a:r>
              <a:rPr lang="en-US" sz="3200" b="1" dirty="0">
                <a:solidFill>
                  <a:schemeClr val="bg1"/>
                </a:solidFill>
                <a:latin typeface="Titillium Web" panose="00000500000000000000" pitchFamily="2" charset="0"/>
              </a:rPr>
              <a:t>target domain</a:t>
            </a:r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</a:rPr>
              <a:t> for few-shot &amp; full fine-tuning</a:t>
            </a:r>
          </a:p>
          <a:p>
            <a:endParaRPr lang="en-CA" sz="1600" dirty="0">
              <a:latin typeface="Titillium Web" panose="00000500000000000000" pitchFamily="2" charset="0"/>
            </a:endParaRPr>
          </a:p>
          <a:p>
            <a:r>
              <a:rPr lang="en-US" sz="1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lang="en-US" sz="1600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1AF793B-D1BC-4325-90D2-3C41AFF1B3AA}"/>
              </a:ext>
            </a:extLst>
          </p:cNvPr>
          <p:cNvSpPr/>
          <p:nvPr/>
        </p:nvSpPr>
        <p:spPr>
          <a:xfrm>
            <a:off x="11364347" y="10972800"/>
            <a:ext cx="829818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Amaranth" panose="02000503050000020004" pitchFamily="2" charset="0"/>
                <a:cs typeface="Times New Roman" panose="02020603050405020304" pitchFamily="18" charset="0"/>
              </a:rPr>
              <a:t>Datasets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43F743-50F5-4372-A02B-6828553B9EFC}"/>
              </a:ext>
            </a:extLst>
          </p:cNvPr>
          <p:cNvSpPr txBox="1"/>
          <p:nvPr/>
        </p:nvSpPr>
        <p:spPr>
          <a:xfrm>
            <a:off x="22456056" y="5127823"/>
            <a:ext cx="9558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Add your information, graphs and images to this section.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D67F90F-BFE4-4FA1-B824-2A573810CC7D}"/>
              </a:ext>
            </a:extLst>
          </p:cNvPr>
          <p:cNvSpPr/>
          <p:nvPr/>
        </p:nvSpPr>
        <p:spPr>
          <a:xfrm>
            <a:off x="22246092" y="4362421"/>
            <a:ext cx="829818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r>
              <a:rPr lang="en-US" sz="3600">
                <a:solidFill>
                  <a:schemeClr val="accent1">
                    <a:lumMod val="75000"/>
                  </a:schemeClr>
                </a:solidFill>
                <a:latin typeface="Amaranth" panose="02000503050000020004" pitchFamily="2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72142C-06E0-43A8-9C3D-E573CB253379}"/>
              </a:ext>
            </a:extLst>
          </p:cNvPr>
          <p:cNvSpPr txBox="1"/>
          <p:nvPr/>
        </p:nvSpPr>
        <p:spPr>
          <a:xfrm>
            <a:off x="33473707" y="5214907"/>
            <a:ext cx="9558584" cy="1585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importance of Deep Larning</a:t>
            </a:r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Training efficiency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Requires very little data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Training is extremely fast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Classical ML models become very competitive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Ideal for low resource or real time applications</a:t>
            </a:r>
            <a:endParaRPr lang="en-US" sz="3200" b="1" dirty="0">
              <a:solidFill>
                <a:schemeClr val="bg1"/>
              </a:solidFill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4"/>
            </a:pPr>
            <a:r>
              <a:rPr lang="en-US" sz="3200" b="1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Disadvantages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Zero-shot performance collapses when source and target domain differ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Embeddings cannot specialize without fine tuning</a:t>
            </a: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4"/>
            </a:pPr>
            <a:endParaRPr lang="en-US" sz="3200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161CB1A-2583-4C4B-AE75-3BE9BD8DA013}"/>
              </a:ext>
            </a:extLst>
          </p:cNvPr>
          <p:cNvSpPr/>
          <p:nvPr/>
        </p:nvSpPr>
        <p:spPr>
          <a:xfrm>
            <a:off x="33127838" y="4362421"/>
            <a:ext cx="829818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r>
              <a:rPr lang="en-US" sz="3600">
                <a:solidFill>
                  <a:schemeClr val="accent1">
                    <a:lumMod val="75000"/>
                  </a:schemeClr>
                </a:solidFill>
                <a:latin typeface="Amaranth" panose="02000503050000020004" pitchFamily="2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6" name="Picture 15" descr="A black music notes and waves&#10;&#10;AI-generated content may be incorrect.">
            <a:extLst>
              <a:ext uri="{FF2B5EF4-FFF2-40B4-BE49-F238E27FC236}">
                <a16:creationId xmlns:a16="http://schemas.microsoft.com/office/drawing/2014/main" id="{09CACDDC-2C4C-FA03-2174-C99926BAF0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022" y="10686485"/>
            <a:ext cx="10140134" cy="6877314"/>
          </a:xfrm>
          <a:prstGeom prst="rect">
            <a:avLst/>
          </a:prstGeom>
        </p:spPr>
      </p:pic>
      <p:pic>
        <p:nvPicPr>
          <p:cNvPr id="10" name="Picture 9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FBE58C61-088C-D9EA-88B2-8B78668168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787" y="14906644"/>
            <a:ext cx="8691355" cy="1777982"/>
          </a:xfrm>
          <a:prstGeom prst="rect">
            <a:avLst/>
          </a:prstGeom>
        </p:spPr>
      </p:pic>
      <p:pic>
        <p:nvPicPr>
          <p:cNvPr id="18" name="Picture 17" descr="A blue bird sitting on a branch&#10;&#10;AI-generated content may be incorrect.">
            <a:extLst>
              <a:ext uri="{FF2B5EF4-FFF2-40B4-BE49-F238E27FC236}">
                <a16:creationId xmlns:a16="http://schemas.microsoft.com/office/drawing/2014/main" id="{01CBCB52-9995-344F-5237-7CD87C1B82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4139" y="17563799"/>
            <a:ext cx="3477716" cy="2227912"/>
          </a:xfrm>
          <a:prstGeom prst="rect">
            <a:avLst/>
          </a:prstGeom>
        </p:spPr>
      </p:pic>
      <p:pic>
        <p:nvPicPr>
          <p:cNvPr id="22" name="Picture 21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0C15935-69BE-601B-4EBA-6A2F8B79E5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2400" y="12757853"/>
            <a:ext cx="8146734" cy="510916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F7288BE-04AD-4D83-1BCB-E7E52E7CC7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34791" y="6465003"/>
            <a:ext cx="9279849" cy="450779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EF3A436-DAA2-F19B-FA90-59E9647EF1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54943" y="6379803"/>
            <a:ext cx="8596112" cy="3718574"/>
          </a:xfrm>
          <a:prstGeom prst="rect">
            <a:avLst/>
          </a:prstGeom>
        </p:spPr>
      </p:pic>
      <p:pic>
        <p:nvPicPr>
          <p:cNvPr id="29" name="Picture 28" descr="A chart with text and numbers&#10;&#10;AI-generated content may be incorrect.">
            <a:extLst>
              <a:ext uri="{FF2B5EF4-FFF2-40B4-BE49-F238E27FC236}">
                <a16:creationId xmlns:a16="http://schemas.microsoft.com/office/drawing/2014/main" id="{81D91E47-120A-F596-A9C1-B9E6D14119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5800" y="11125200"/>
            <a:ext cx="6239071" cy="415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97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ruminativemauve|08-2022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949</TotalTime>
  <Words>421</Words>
  <Application>Microsoft Office PowerPoint</Application>
  <PresentationFormat>Custom</PresentationFormat>
  <Paragraphs>90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Tw Cen MT Condensed</vt:lpstr>
      <vt:lpstr>Titillium Web</vt:lpstr>
      <vt:lpstr>Arial</vt:lpstr>
      <vt:lpstr>Aptos</vt:lpstr>
      <vt:lpstr>Tw Cen MT</vt:lpstr>
      <vt:lpstr>Wingdings 3</vt:lpstr>
      <vt:lpstr>Amaranth</vt:lpstr>
      <vt:lpstr>Integral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</dc:creator>
  <cp:lastModifiedBy>Claudia Icela Martinez Garcia</cp:lastModifiedBy>
  <cp:revision>47</cp:revision>
  <dcterms:created xsi:type="dcterms:W3CDTF">2012-07-09T21:51:14Z</dcterms:created>
  <dcterms:modified xsi:type="dcterms:W3CDTF">2025-11-14T22:50:55Z</dcterms:modified>
</cp:coreProperties>
</file>