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5800725" cy="9094788"/>
  <p:embeddedFontLst>
    <p:embeddedFont>
      <p:font typeface="Amaranth" panose="020B0604020202020204" charset="0"/>
      <p:regular r:id="rId3"/>
      <p:bold r:id="rId4"/>
      <p:italic r:id="rId5"/>
      <p:boldItalic r:id="rId6"/>
    </p:embeddedFont>
    <p:embeddedFont>
      <p:font typeface="Titillium Web" panose="00000500000000000000" pitchFamily="2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6pPr>
    <a:lvl7pPr marL="1959193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7pPr>
    <a:lvl8pPr marL="2285726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8pPr>
    <a:lvl9pPr marL="2612258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E8EA6-9BD8-42D9-80E6-0F12F328F625}" v="45" dt="2025-11-14T22:47:55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29" d="100"/>
          <a:sy n="29" d="100"/>
        </p:scale>
        <p:origin x="1270" y="-156"/>
      </p:cViewPr>
      <p:guideLst>
        <p:guide orient="horz" pos="6912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gs" Target="tags/tag1.xml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a Icela Martinez Garcia" userId="e25a0f61-0711-4197-83c2-2f3fb39e58aa" providerId="ADAL" clId="{95D0C784-A649-4208-AA77-8EBF3B00725B}"/>
    <pc:docChg chg="undo custSel modSld">
      <pc:chgData name="Claudia Icela Martinez Garcia" userId="e25a0f61-0711-4197-83c2-2f3fb39e58aa" providerId="ADAL" clId="{95D0C784-A649-4208-AA77-8EBF3B00725B}" dt="2025-11-14T22:48:14.946" v="943" actId="1076"/>
      <pc:docMkLst>
        <pc:docMk/>
      </pc:docMkLst>
      <pc:sldChg chg="addSp delSp modSp mod">
        <pc:chgData name="Claudia Icela Martinez Garcia" userId="e25a0f61-0711-4197-83c2-2f3fb39e58aa" providerId="ADAL" clId="{95D0C784-A649-4208-AA77-8EBF3B00725B}" dt="2025-11-14T22:48:14.946" v="943" actId="1076"/>
        <pc:sldMkLst>
          <pc:docMk/>
          <pc:sldMk cId="0" sldId="256"/>
        </pc:sldMkLst>
        <pc:spChg chg="mod">
          <ac:chgData name="Claudia Icela Martinez Garcia" userId="e25a0f61-0711-4197-83c2-2f3fb39e58aa" providerId="ADAL" clId="{95D0C784-A649-4208-AA77-8EBF3B00725B}" dt="2025-11-14T21:04:15.372" v="27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Claudia Icela Martinez Garcia" userId="e25a0f61-0711-4197-83c2-2f3fb39e58aa" providerId="ADAL" clId="{95D0C784-A649-4208-AA77-8EBF3B00725B}" dt="2025-11-14T21:00:34.486" v="194" actId="1076"/>
          <ac:spMkLst>
            <pc:docMk/>
            <pc:sldMk cId="0" sldId="256"/>
            <ac:spMk id="5" creationId="{09EDF506-3517-D68C-6238-1EBD24D098B5}"/>
          </ac:spMkLst>
        </pc:spChg>
        <pc:spChg chg="mod">
          <ac:chgData name="Claudia Icela Martinez Garcia" userId="e25a0f61-0711-4197-83c2-2f3fb39e58aa" providerId="ADAL" clId="{95D0C784-A649-4208-AA77-8EBF3B00725B}" dt="2025-11-14T20:48:24.579" v="137" actId="1076"/>
          <ac:spMkLst>
            <pc:docMk/>
            <pc:sldMk cId="0" sldId="256"/>
            <ac:spMk id="10" creationId="{FE39DAA9-A665-63B6-A42B-F68266CD53F5}"/>
          </ac:spMkLst>
        </pc:spChg>
        <pc:spChg chg="del">
          <ac:chgData name="Claudia Icela Martinez Garcia" userId="e25a0f61-0711-4197-83c2-2f3fb39e58aa" providerId="ADAL" clId="{95D0C784-A649-4208-AA77-8EBF3B00725B}" dt="2025-11-14T20:16:10.159" v="17" actId="478"/>
          <ac:spMkLst>
            <pc:docMk/>
            <pc:sldMk cId="0" sldId="256"/>
            <ac:spMk id="16" creationId="{620C51D2-3423-4C6C-A077-34B27F321D2D}"/>
          </ac:spMkLst>
        </pc:spChg>
        <pc:spChg chg="del">
          <ac:chgData name="Claudia Icela Martinez Garcia" userId="e25a0f61-0711-4197-83c2-2f3fb39e58aa" providerId="ADAL" clId="{95D0C784-A649-4208-AA77-8EBF3B00725B}" dt="2025-11-14T20:16:18.759" v="19" actId="478"/>
          <ac:spMkLst>
            <pc:docMk/>
            <pc:sldMk cId="0" sldId="256"/>
            <ac:spMk id="17" creationId="{8AE8A03B-3762-4AF2-A9FC-B088E0736F3A}"/>
          </ac:spMkLst>
        </pc:spChg>
        <pc:spChg chg="mod">
          <ac:chgData name="Claudia Icela Martinez Garcia" userId="e25a0f61-0711-4197-83c2-2f3fb39e58aa" providerId="ADAL" clId="{95D0C784-A649-4208-AA77-8EBF3B00725B}" dt="2025-11-14T21:04:19.135" v="273" actId="1076"/>
          <ac:spMkLst>
            <pc:docMk/>
            <pc:sldMk cId="0" sldId="256"/>
            <ac:spMk id="18" creationId="{88133C58-052D-4585-823B-31740DB45AF4}"/>
          </ac:spMkLst>
        </pc:spChg>
        <pc:spChg chg="mod">
          <ac:chgData name="Claudia Icela Martinez Garcia" userId="e25a0f61-0711-4197-83c2-2f3fb39e58aa" providerId="ADAL" clId="{95D0C784-A649-4208-AA77-8EBF3B00725B}" dt="2025-11-14T21:02:01.712" v="202" actId="1076"/>
          <ac:spMkLst>
            <pc:docMk/>
            <pc:sldMk cId="0" sldId="256"/>
            <ac:spMk id="36" creationId="{98FCC399-CA5D-4873-B45E-22BAE0F51D2E}"/>
          </ac:spMkLst>
        </pc:spChg>
        <pc:spChg chg="mod">
          <ac:chgData name="Claudia Icela Martinez Garcia" userId="e25a0f61-0711-4197-83c2-2f3fb39e58aa" providerId="ADAL" clId="{95D0C784-A649-4208-AA77-8EBF3B00725B}" dt="2025-11-14T21:00:31.003" v="193" actId="1076"/>
          <ac:spMkLst>
            <pc:docMk/>
            <pc:sldMk cId="0" sldId="256"/>
            <ac:spMk id="37" creationId="{BAB40251-2E35-4623-A6BE-28130F737F03}"/>
          </ac:spMkLst>
        </pc:spChg>
        <pc:spChg chg="mod">
          <ac:chgData name="Claudia Icela Martinez Garcia" userId="e25a0f61-0711-4197-83c2-2f3fb39e58aa" providerId="ADAL" clId="{95D0C784-A649-4208-AA77-8EBF3B00725B}" dt="2025-11-14T20:49:01.065" v="145" actId="14100"/>
          <ac:spMkLst>
            <pc:docMk/>
            <pc:sldMk cId="0" sldId="256"/>
            <ac:spMk id="38" creationId="{991B9DF0-7DD4-4C17-94B6-6C493D1C390D}"/>
          </ac:spMkLst>
        </pc:spChg>
        <pc:spChg chg="del mod">
          <ac:chgData name="Claudia Icela Martinez Garcia" userId="e25a0f61-0711-4197-83c2-2f3fb39e58aa" providerId="ADAL" clId="{95D0C784-A649-4208-AA77-8EBF3B00725B}" dt="2025-11-14T20:02:32.700" v="7" actId="478"/>
          <ac:spMkLst>
            <pc:docMk/>
            <pc:sldMk cId="0" sldId="256"/>
            <ac:spMk id="39" creationId="{62D65E41-7BC1-4B4D-9C1B-6ED3152D12D0}"/>
          </ac:spMkLst>
        </pc:spChg>
        <pc:spChg chg="mod">
          <ac:chgData name="Claudia Icela Martinez Garcia" userId="e25a0f61-0711-4197-83c2-2f3fb39e58aa" providerId="ADAL" clId="{95D0C784-A649-4208-AA77-8EBF3B00725B}" dt="2025-11-14T20:48:37.047" v="140" actId="1076"/>
          <ac:spMkLst>
            <pc:docMk/>
            <pc:sldMk cId="0" sldId="256"/>
            <ac:spMk id="40" creationId="{78713D4B-C024-931C-5888-70C85A59EB62}"/>
          </ac:spMkLst>
        </pc:spChg>
        <pc:spChg chg="mod">
          <ac:chgData name="Claudia Icela Martinez Garcia" userId="e25a0f61-0711-4197-83c2-2f3fb39e58aa" providerId="ADAL" clId="{95D0C784-A649-4208-AA77-8EBF3B00725B}" dt="2025-11-14T20:49:15.214" v="149" actId="14100"/>
          <ac:spMkLst>
            <pc:docMk/>
            <pc:sldMk cId="0" sldId="256"/>
            <ac:spMk id="42" creationId="{C08CCD14-6632-49E3-A19B-81E98D465D46}"/>
          </ac:spMkLst>
        </pc:spChg>
        <pc:spChg chg="mod">
          <ac:chgData name="Claudia Icela Martinez Garcia" userId="e25a0f61-0711-4197-83c2-2f3fb39e58aa" providerId="ADAL" clId="{95D0C784-A649-4208-AA77-8EBF3B00725B}" dt="2025-11-14T22:47:48.818" v="932" actId="6549"/>
          <ac:spMkLst>
            <pc:docMk/>
            <pc:sldMk cId="0" sldId="256"/>
            <ac:spMk id="46" creationId="{88D57C6D-9B7C-4799-9EEF-AD493DF30EC4}"/>
          </ac:spMkLst>
        </pc:spChg>
        <pc:spChg chg="add mod">
          <ac:chgData name="Claudia Icela Martinez Garcia" userId="e25a0f61-0711-4197-83c2-2f3fb39e58aa" providerId="ADAL" clId="{95D0C784-A649-4208-AA77-8EBF3B00725B}" dt="2025-11-14T22:43:18.176" v="825" actId="20577"/>
          <ac:spMkLst>
            <pc:docMk/>
            <pc:sldMk cId="0" sldId="256"/>
            <ac:spMk id="202" creationId="{F84977F4-15DF-6C52-BD76-F64DC41DFB6D}"/>
          </ac:spMkLst>
        </pc:spChg>
        <pc:spChg chg="add mod">
          <ac:chgData name="Claudia Icela Martinez Garcia" userId="e25a0f61-0711-4197-83c2-2f3fb39e58aa" providerId="ADAL" clId="{95D0C784-A649-4208-AA77-8EBF3B00725B}" dt="2025-11-14T22:41:53.966" v="732" actId="1076"/>
          <ac:spMkLst>
            <pc:docMk/>
            <pc:sldMk cId="0" sldId="256"/>
            <ac:spMk id="203" creationId="{EB3F0DBD-8713-F4BD-13ED-91DA976B8CD4}"/>
          </ac:spMkLst>
        </pc:spChg>
        <pc:spChg chg="add mod">
          <ac:chgData name="Claudia Icela Martinez Garcia" userId="e25a0f61-0711-4197-83c2-2f3fb39e58aa" providerId="ADAL" clId="{95D0C784-A649-4208-AA77-8EBF3B00725B}" dt="2025-11-14T22:48:08.461" v="939" actId="6549"/>
          <ac:spMkLst>
            <pc:docMk/>
            <pc:sldMk cId="0" sldId="256"/>
            <ac:spMk id="208" creationId="{77FBEAC8-D2D0-6091-13ED-154D4709362F}"/>
          </ac:spMkLst>
        </pc:spChg>
        <pc:spChg chg="add">
          <ac:chgData name="Claudia Icela Martinez Garcia" userId="e25a0f61-0711-4197-83c2-2f3fb39e58aa" providerId="ADAL" clId="{95D0C784-A649-4208-AA77-8EBF3B00725B}" dt="2025-11-14T22:28:52.407" v="402"/>
          <ac:spMkLst>
            <pc:docMk/>
            <pc:sldMk cId="0" sldId="256"/>
            <ac:spMk id="209" creationId="{76F51C59-3E28-498F-5C7A-2E1103C4CE06}"/>
          </ac:spMkLst>
        </pc:spChg>
        <pc:spChg chg="add">
          <ac:chgData name="Claudia Icela Martinez Garcia" userId="e25a0f61-0711-4197-83c2-2f3fb39e58aa" providerId="ADAL" clId="{95D0C784-A649-4208-AA77-8EBF3B00725B}" dt="2025-11-14T22:29:06.418" v="407"/>
          <ac:spMkLst>
            <pc:docMk/>
            <pc:sldMk cId="0" sldId="256"/>
            <ac:spMk id="210" creationId="{F0542394-F796-CDD4-1366-436EBC664A28}"/>
          </ac:spMkLst>
        </pc:spChg>
        <pc:spChg chg="add mod">
          <ac:chgData name="Claudia Icela Martinez Garcia" userId="e25a0f61-0711-4197-83c2-2f3fb39e58aa" providerId="ADAL" clId="{95D0C784-A649-4208-AA77-8EBF3B00725B}" dt="2025-11-14T22:48:11.600" v="942" actId="6549"/>
          <ac:spMkLst>
            <pc:docMk/>
            <pc:sldMk cId="0" sldId="256"/>
            <ac:spMk id="211" creationId="{77B236AE-20CF-4257-1127-134116877568}"/>
          </ac:spMkLst>
        </pc:spChg>
        <pc:spChg chg="mod">
          <ac:chgData name="Claudia Icela Martinez Garcia" userId="e25a0f61-0711-4197-83c2-2f3fb39e58aa" providerId="ADAL" clId="{95D0C784-A649-4208-AA77-8EBF3B00725B}" dt="2025-11-14T20:48:33.391" v="139" actId="1076"/>
          <ac:spMkLst>
            <pc:docMk/>
            <pc:sldMk cId="0" sldId="256"/>
            <ac:spMk id="230" creationId="{AD2E301E-E7B3-4BB5-B48D-F76D6F65BBE3}"/>
          </ac:spMkLst>
        </pc:spChg>
        <pc:spChg chg="mod">
          <ac:chgData name="Claudia Icela Martinez Garcia" userId="e25a0f61-0711-4197-83c2-2f3fb39e58aa" providerId="ADAL" clId="{95D0C784-A649-4208-AA77-8EBF3B00725B}" dt="2025-11-14T21:04:22.063" v="274" actId="1076"/>
          <ac:spMkLst>
            <pc:docMk/>
            <pc:sldMk cId="0" sldId="256"/>
            <ac:spMk id="287" creationId="{2C6E9F3E-3183-4639-8BD4-4D30DDD1A58D}"/>
          </ac:spMkLst>
        </pc:spChg>
        <pc:spChg chg="del">
          <ac:chgData name="Claudia Icela Martinez Garcia" userId="e25a0f61-0711-4197-83c2-2f3fb39e58aa" providerId="ADAL" clId="{95D0C784-A649-4208-AA77-8EBF3B00725B}" dt="2025-11-14T20:23:43.826" v="72" actId="478"/>
          <ac:spMkLst>
            <pc:docMk/>
            <pc:sldMk cId="0" sldId="256"/>
            <ac:spMk id="2053" creationId="{00000000-0000-0000-0000-000000000000}"/>
          </ac:spMkLst>
        </pc:spChg>
        <pc:picChg chg="mod">
          <ac:chgData name="Claudia Icela Martinez Garcia" userId="e25a0f61-0711-4197-83c2-2f3fb39e58aa" providerId="ADAL" clId="{95D0C784-A649-4208-AA77-8EBF3B00725B}" dt="2025-11-14T20:48:40.304" v="141" actId="1076"/>
          <ac:picMkLst>
            <pc:docMk/>
            <pc:sldMk cId="0" sldId="256"/>
            <ac:picMk id="43" creationId="{C602C8EE-35B9-F450-3D1C-7A155640551F}"/>
          </ac:picMkLst>
        </pc:picChg>
        <pc:picChg chg="mod">
          <ac:chgData name="Claudia Icela Martinez Garcia" userId="e25a0f61-0711-4197-83c2-2f3fb39e58aa" providerId="ADAL" clId="{95D0C784-A649-4208-AA77-8EBF3B00725B}" dt="2025-11-14T20:48:15.774" v="135" actId="1076"/>
          <ac:picMkLst>
            <pc:docMk/>
            <pc:sldMk cId="0" sldId="256"/>
            <ac:picMk id="45" creationId="{950839A5-E670-581E-658E-9995551490E1}"/>
          </ac:picMkLst>
        </pc:picChg>
        <pc:picChg chg="mod">
          <ac:chgData name="Claudia Icela Martinez Garcia" userId="e25a0f61-0711-4197-83c2-2f3fb39e58aa" providerId="ADAL" clId="{95D0C784-A649-4208-AA77-8EBF3B00725B}" dt="2025-11-14T20:48:42.455" v="142" actId="1076"/>
          <ac:picMkLst>
            <pc:docMk/>
            <pc:sldMk cId="0" sldId="256"/>
            <ac:picMk id="48" creationId="{4F3C2E4E-BCF9-0828-4703-FABD39A312A4}"/>
          </ac:picMkLst>
        </pc:picChg>
        <pc:picChg chg="mod ord">
          <ac:chgData name="Claudia Icela Martinez Garcia" userId="e25a0f61-0711-4197-83c2-2f3fb39e58aa" providerId="ADAL" clId="{95D0C784-A649-4208-AA77-8EBF3B00725B}" dt="2025-11-14T21:09:46.326" v="277" actId="1076"/>
          <ac:picMkLst>
            <pc:docMk/>
            <pc:sldMk cId="0" sldId="256"/>
            <ac:picMk id="54" creationId="{18DECB07-0198-D6F7-4137-21446568A4C3}"/>
          </ac:picMkLst>
        </pc:picChg>
        <pc:picChg chg="mod">
          <ac:chgData name="Claudia Icela Martinez Garcia" userId="e25a0f61-0711-4197-83c2-2f3fb39e58aa" providerId="ADAL" clId="{95D0C784-A649-4208-AA77-8EBF3B00725B}" dt="2025-11-14T22:48:14.946" v="943" actId="1076"/>
          <ac:picMkLst>
            <pc:docMk/>
            <pc:sldMk cId="0" sldId="256"/>
            <ac:picMk id="58" creationId="{8D676FDB-D91C-F0D0-6975-7708B940A9B1}"/>
          </ac:picMkLst>
        </pc:picChg>
        <pc:picChg chg="del">
          <ac:chgData name="Claudia Icela Martinez Garcia" userId="e25a0f61-0711-4197-83c2-2f3fb39e58aa" providerId="ADAL" clId="{95D0C784-A649-4208-AA77-8EBF3B00725B}" dt="2025-11-14T17:09:02.131" v="0" actId="478"/>
          <ac:picMkLst>
            <pc:docMk/>
            <pc:sldMk cId="0" sldId="256"/>
            <ac:picMk id="196" creationId="{5CE34540-A0FC-4586-48AB-5BCDA3ED525C}"/>
          </ac:picMkLst>
        </pc:picChg>
        <pc:picChg chg="add mod">
          <ac:chgData name="Claudia Icela Martinez Garcia" userId="e25a0f61-0711-4197-83c2-2f3fb39e58aa" providerId="ADAL" clId="{95D0C784-A649-4208-AA77-8EBF3B00725B}" dt="2025-11-14T20:49:02.420" v="146" actId="1076"/>
          <ac:picMkLst>
            <pc:docMk/>
            <pc:sldMk cId="0" sldId="256"/>
            <ac:picMk id="198" creationId="{DB151A01-441E-7C01-3D32-09443E112FC8}"/>
          </ac:picMkLst>
        </pc:picChg>
        <pc:picChg chg="add mod">
          <ac:chgData name="Claudia Icela Martinez Garcia" userId="e25a0f61-0711-4197-83c2-2f3fb39e58aa" providerId="ADAL" clId="{95D0C784-A649-4208-AA77-8EBF3B00725B}" dt="2025-11-14T22:41:54.975" v="733" actId="1076"/>
          <ac:picMkLst>
            <pc:docMk/>
            <pc:sldMk cId="0" sldId="256"/>
            <ac:picMk id="200" creationId="{7653D041-25F9-10D6-584F-6886B90438E9}"/>
          </ac:picMkLst>
        </pc:picChg>
        <pc:picChg chg="add mod">
          <ac:chgData name="Claudia Icela Martinez Garcia" userId="e25a0f61-0711-4197-83c2-2f3fb39e58aa" providerId="ADAL" clId="{95D0C784-A649-4208-AA77-8EBF3B00725B}" dt="2025-11-14T22:22:52.269" v="279"/>
          <ac:picMkLst>
            <pc:docMk/>
            <pc:sldMk cId="0" sldId="256"/>
            <ac:picMk id="201" creationId="{67747B9E-2D46-B965-65F0-7F06C93FD7A3}"/>
          </ac:picMkLst>
        </pc:picChg>
        <pc:picChg chg="add del mod">
          <ac:chgData name="Claudia Icela Martinez Garcia" userId="e25a0f61-0711-4197-83c2-2f3fb39e58aa" providerId="ADAL" clId="{95D0C784-A649-4208-AA77-8EBF3B00725B}" dt="2025-11-14T22:27:24.001" v="362" actId="478"/>
          <ac:picMkLst>
            <pc:docMk/>
            <pc:sldMk cId="0" sldId="256"/>
            <ac:picMk id="205" creationId="{76463782-698C-9BA7-C6C6-E55E72BC590C}"/>
          </ac:picMkLst>
        </pc:picChg>
        <pc:picChg chg="add del mod">
          <ac:chgData name="Claudia Icela Martinez Garcia" userId="e25a0f61-0711-4197-83c2-2f3fb39e58aa" providerId="ADAL" clId="{95D0C784-A649-4208-AA77-8EBF3B00725B}" dt="2025-11-14T22:28:09.543" v="364" actId="478"/>
          <ac:picMkLst>
            <pc:docMk/>
            <pc:sldMk cId="0" sldId="256"/>
            <ac:picMk id="206" creationId="{A891645A-B318-8A2C-F7BF-A670B8C241BD}"/>
          </ac:picMkLst>
        </pc:picChg>
        <pc:picChg chg="add del mod">
          <ac:chgData name="Claudia Icela Martinez Garcia" userId="e25a0f61-0711-4197-83c2-2f3fb39e58aa" providerId="ADAL" clId="{95D0C784-A649-4208-AA77-8EBF3B00725B}" dt="2025-11-14T22:28:14.836" v="366" actId="478"/>
          <ac:picMkLst>
            <pc:docMk/>
            <pc:sldMk cId="0" sldId="256"/>
            <ac:picMk id="207" creationId="{D5906063-78A5-1C54-5D4F-FE33C3D31496}"/>
          </ac:picMkLst>
        </pc:picChg>
        <pc:picChg chg="add mod">
          <ac:chgData name="Claudia Icela Martinez Garcia" userId="e25a0f61-0711-4197-83c2-2f3fb39e58aa" providerId="ADAL" clId="{95D0C784-A649-4208-AA77-8EBF3B00725B}" dt="2025-11-14T22:47:59.014" v="934" actId="1076"/>
          <ac:picMkLst>
            <pc:docMk/>
            <pc:sldMk cId="0" sldId="256"/>
            <ac:picMk id="213" creationId="{D5DE1558-D132-D4BA-E7C8-787EBB0D65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4507"/>
            <a:ext cx="104251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2pPr>
      <a:lvl3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3pPr>
      <a:lvl4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4pPr>
      <a:lvl5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5pPr>
      <a:lvl6pPr marL="304815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6pPr>
      <a:lvl7pPr marL="609630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7pPr>
      <a:lvl8pPr marL="914446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8pPr>
      <a:lvl9pPr marL="1219261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175867" indent="-1175867" algn="l" defTabSz="3134940" rtl="0" eaLnBrk="0" fontAlgn="base" hangingPunct="0">
        <a:spcBef>
          <a:spcPct val="20000"/>
        </a:spcBef>
        <a:spcAft>
          <a:spcPct val="0"/>
        </a:spcAft>
        <a:buChar char="•"/>
        <a:defRPr sz="11001">
          <a:solidFill>
            <a:schemeClr val="tx1"/>
          </a:solidFill>
          <a:latin typeface="+mn-lt"/>
          <a:ea typeface="+mn-ea"/>
          <a:cs typeface="+mn-cs"/>
        </a:defRPr>
      </a:lvl1pPr>
      <a:lvl2pPr marL="2547536" indent="-980066" algn="l" defTabSz="313494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05" indent="-784265" algn="l" defTabSz="3134940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674" indent="-784265" algn="l" defTabSz="3134940" rtl="0" eaLnBrk="0" fontAlgn="base" hangingPunct="0">
        <a:spcBef>
          <a:spcPct val="20000"/>
        </a:spcBef>
        <a:spcAft>
          <a:spcPct val="0"/>
        </a:spcAft>
        <a:buChar char="–"/>
        <a:defRPr sz="6867">
          <a:solidFill>
            <a:schemeClr val="tx1"/>
          </a:solidFill>
          <a:latin typeface="+mn-lt"/>
        </a:defRPr>
      </a:lvl4pPr>
      <a:lvl5pPr marL="7054145" indent="-783206" algn="l" defTabSz="3134940" rtl="0" eaLnBrk="0" fontAlgn="base" hangingPunct="0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5pPr>
      <a:lvl6pPr marL="735896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6pPr>
      <a:lvl7pPr marL="7663775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7pPr>
      <a:lvl8pPr marL="796859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8pPr>
      <a:lvl9pPr marL="8273406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cat with its mouth open&#10;&#10;AI-generated content may be incorrect.">
            <a:extLst>
              <a:ext uri="{FF2B5EF4-FFF2-40B4-BE49-F238E27FC236}">
                <a16:creationId xmlns:a16="http://schemas.microsoft.com/office/drawing/2014/main" id="{4F3C2E4E-BCF9-0828-4703-FABD39A312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1380" y="18873175"/>
            <a:ext cx="2190752" cy="1569126"/>
          </a:xfrm>
          <a:prstGeom prst="rect">
            <a:avLst/>
          </a:prstGeom>
        </p:spPr>
      </p:pic>
      <p:pic>
        <p:nvPicPr>
          <p:cNvPr id="43" name="Picture 42" descr="A black music notes and waves&#10;&#10;AI-generated content may be incorrect.">
            <a:extLst>
              <a:ext uri="{FF2B5EF4-FFF2-40B4-BE49-F238E27FC236}">
                <a16:creationId xmlns:a16="http://schemas.microsoft.com/office/drawing/2014/main" id="{C602C8EE-35B9-F450-3D1C-7A15564055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23" y="16108648"/>
            <a:ext cx="2044910" cy="1816821"/>
          </a:xfrm>
          <a:prstGeom prst="rect">
            <a:avLst/>
          </a:prstGeom>
        </p:spPr>
      </p:pic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32329" y="1"/>
            <a:ext cx="32950730" cy="4286250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sz="4428"/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714408" y="528257"/>
            <a:ext cx="27432000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700" dirty="0">
                <a:solidFill>
                  <a:schemeClr val="bg1"/>
                </a:solidFill>
                <a:latin typeface="Amaranth" panose="02000503050000020004" pitchFamily="2" charset="0"/>
              </a:rPr>
              <a:t>From Music to Animal Sounds:</a:t>
            </a:r>
          </a:p>
          <a:p>
            <a:pPr algn="l"/>
            <a:r>
              <a:rPr lang="en-US" sz="5700" dirty="0">
                <a:solidFill>
                  <a:schemeClr val="bg1"/>
                </a:solidFill>
                <a:latin typeface="Amaranth" panose="02000503050000020004" pitchFamily="2" charset="0"/>
              </a:rPr>
              <a:t>Transfer Learning with the Pretrained </a:t>
            </a:r>
            <a:r>
              <a:rPr lang="en-US" sz="5700" dirty="0" err="1">
                <a:solidFill>
                  <a:schemeClr val="bg1"/>
                </a:solidFill>
                <a:latin typeface="Amaranth" panose="02000503050000020004" pitchFamily="2" charset="0"/>
              </a:rPr>
              <a:t>YAMNet</a:t>
            </a:r>
            <a:r>
              <a:rPr lang="en-US" sz="5700" dirty="0">
                <a:solidFill>
                  <a:schemeClr val="bg1"/>
                </a:solidFill>
                <a:latin typeface="Amaranth" panose="02000503050000020004" pitchFamily="2" charset="0"/>
              </a:rPr>
              <a:t> Model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714408" y="2518699"/>
            <a:ext cx="27432000" cy="1338828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  <a:latin typeface="Titillium Web" panose="00000500000000000000" pitchFamily="2" charset="0"/>
              </a:rPr>
              <a:t>Oyku Cildir and Claudia Martinez</a:t>
            </a:r>
          </a:p>
          <a:p>
            <a:r>
              <a:rPr lang="en-US" sz="3700" dirty="0">
                <a:solidFill>
                  <a:schemeClr val="bg1"/>
                </a:solidFill>
                <a:latin typeface="Titillium Web" panose="00000500000000000000" pitchFamily="2" charset="0"/>
              </a:rPr>
              <a:t>HEC-Montreal 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43195" y="4347304"/>
            <a:ext cx="15825580" cy="4374714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endParaRPr lang="en-US" sz="2400" dirty="0">
              <a:noFill/>
              <a:latin typeface="Amaranth" panose="02000503050000020004" pitchFamily="2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8FCC399-CA5D-4873-B45E-22BAE0F51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72" y="8845571"/>
            <a:ext cx="15859953" cy="71063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Methodology</a:t>
            </a:r>
          </a:p>
        </p:txBody>
      </p:sp>
      <p:sp>
        <p:nvSpPr>
          <p:cNvPr id="37" name="Text Box 6">
            <a:extLst>
              <a:ext uri="{FF2B5EF4-FFF2-40B4-BE49-F238E27FC236}">
                <a16:creationId xmlns:a16="http://schemas.microsoft.com/office/drawing/2014/main" id="{BAB40251-2E35-4623-A6BE-28130F737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36" y="10167715"/>
            <a:ext cx="7515257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Deep Learning Model: </a:t>
            </a:r>
            <a:r>
              <a:rPr lang="en-US" sz="3200" b="1" dirty="0" err="1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YAMNet</a:t>
            </a:r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200" dirty="0">
                <a:latin typeface="Titillium Web" panose="00000500000000000000" pitchFamily="2" charset="0"/>
              </a:rPr>
              <a:t>Short description of </a:t>
            </a:r>
            <a:r>
              <a:rPr lang="en-US" sz="3200" dirty="0" err="1">
                <a:latin typeface="Titillium Web" panose="00000500000000000000" pitchFamily="2" charset="0"/>
              </a:rPr>
              <a:t>YAMNet</a:t>
            </a:r>
            <a:endParaRPr lang="en-US" sz="3200" dirty="0">
              <a:latin typeface="Titillium Web" panose="00000500000000000000" pitchFamily="2" charset="0"/>
            </a:endParaRPr>
          </a:p>
          <a:p>
            <a:r>
              <a:rPr lang="en-US" sz="3200" dirty="0">
                <a:latin typeface="Titillium Web" panose="00000500000000000000" pitchFamily="2" charset="0"/>
              </a:rPr>
              <a:t>Diagram </a:t>
            </a:r>
          </a:p>
          <a:p>
            <a:r>
              <a:rPr lang="en-US" sz="3200" dirty="0">
                <a:latin typeface="Titillium Web" panose="00000500000000000000" pitchFamily="2" charset="0"/>
              </a:rPr>
              <a:t>Why it’s good for transfer learning</a:t>
            </a: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991B9DF0-7DD4-4C17-94B6-6C493D1C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3915" y="4441949"/>
            <a:ext cx="8039797" cy="627584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C08CCD14-6632-49E3-A19B-81E98D465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2579" y="4380697"/>
            <a:ext cx="8312576" cy="68883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Conclusions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88D57C6D-9B7C-4799-9EEF-AD493DF3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6184" y="14388139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Advantages vs Disadvantages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8133C58-052D-4585-823B-31740DB45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08" y="4553098"/>
            <a:ext cx="7115142" cy="5228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 anchor="ctr"/>
          <a:lstStyle>
            <a:defPPr>
              <a:defRPr kern="1200"/>
            </a:defPPr>
          </a:lstStyle>
          <a:p>
            <a:pPr defTabSz="3135999"/>
            <a:r>
              <a:rPr lang="en-US" sz="3600" dirty="0">
                <a:solidFill>
                  <a:srgbClr val="235078"/>
                </a:solidFill>
                <a:latin typeface="Amaranth" panose="02000503050000020004" pitchFamily="2" charset="0"/>
              </a:rPr>
              <a:t>Abstract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D2E301E-E7B3-4BB5-B48D-F76D6F65BBE3}"/>
              </a:ext>
            </a:extLst>
          </p:cNvPr>
          <p:cNvSpPr txBox="1"/>
          <p:nvPr/>
        </p:nvSpPr>
        <p:spPr>
          <a:xfrm>
            <a:off x="237427" y="16316312"/>
            <a:ext cx="73648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CA" sz="3200" b="1" dirty="0">
                <a:latin typeface="Titillium Web" panose="00000500000000000000" pitchFamily="2" charset="0"/>
              </a:rPr>
              <a:t>GTZAN – Music Genres</a:t>
            </a:r>
          </a:p>
          <a:p>
            <a:r>
              <a:rPr lang="en-CA" sz="3200" b="1" dirty="0">
                <a:latin typeface="Titillium Web" panose="00000500000000000000" pitchFamily="2" charset="0"/>
              </a:rPr>
              <a:t>1,000</a:t>
            </a:r>
            <a:r>
              <a:rPr lang="en-CA" sz="3200" dirty="0">
                <a:latin typeface="Titillium Web" panose="00000500000000000000" pitchFamily="2" charset="0"/>
              </a:rPr>
              <a:t> audio clips</a:t>
            </a:r>
          </a:p>
          <a:p>
            <a:r>
              <a:rPr lang="en-CA" sz="3200" b="1" dirty="0">
                <a:latin typeface="Titillium Web" panose="00000500000000000000" pitchFamily="2" charset="0"/>
              </a:rPr>
              <a:t>10 genres</a:t>
            </a:r>
            <a:r>
              <a:rPr lang="en-CA" sz="3200" dirty="0">
                <a:latin typeface="Titillium Web" panose="00000500000000000000" pitchFamily="2" charset="0"/>
              </a:rPr>
              <a:t> (e.g., jazz, classical, rock, metal…)</a:t>
            </a:r>
          </a:p>
          <a:p>
            <a:r>
              <a:rPr lang="en-CA" sz="3200" b="1" dirty="0">
                <a:latin typeface="Titillium Web" panose="00000500000000000000" pitchFamily="2" charset="0"/>
              </a:rPr>
              <a:t>30 sec</a:t>
            </a:r>
            <a:r>
              <a:rPr lang="en-CA" sz="3200" dirty="0">
                <a:latin typeface="Titillium Web" panose="00000500000000000000" pitchFamily="2" charset="0"/>
              </a:rPr>
              <a:t> per clip</a:t>
            </a:r>
          </a:p>
          <a:p>
            <a:r>
              <a:rPr lang="en-CA" sz="3200" dirty="0">
                <a:latin typeface="Titillium Web" panose="00000500000000000000" pitchFamily="2" charset="0"/>
              </a:rPr>
              <a:t>Used as the </a:t>
            </a:r>
            <a:r>
              <a:rPr lang="en-CA" sz="3200" b="1" dirty="0">
                <a:latin typeface="Titillium Web" panose="00000500000000000000" pitchFamily="2" charset="0"/>
              </a:rPr>
              <a:t>source domain</a:t>
            </a:r>
            <a:r>
              <a:rPr lang="en-CA" sz="3200" dirty="0">
                <a:latin typeface="Titillium Web" panose="00000500000000000000" pitchFamily="2" charset="0"/>
              </a:rPr>
              <a:t> for zero-shot &amp; few-shot transfer</a:t>
            </a:r>
          </a:p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2C6E9F3E-3183-4639-8BD4-4D30DDD1A58D}"/>
              </a:ext>
            </a:extLst>
          </p:cNvPr>
          <p:cNvSpPr txBox="1"/>
          <p:nvPr/>
        </p:nvSpPr>
        <p:spPr>
          <a:xfrm>
            <a:off x="714408" y="5247284"/>
            <a:ext cx="151054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just"/>
            <a:r>
              <a:rPr lang="en-US" sz="2400" b="1" dirty="0">
                <a:latin typeface="Titillium Web" panose="00000500000000000000" pitchFamily="2" charset="0"/>
              </a:rPr>
              <a:t>This project explores transfer learning for environmental sound classification using </a:t>
            </a:r>
            <a:r>
              <a:rPr lang="en-US" sz="2400" b="1" dirty="0" err="1">
                <a:latin typeface="Titillium Web" panose="00000500000000000000" pitchFamily="2" charset="0"/>
              </a:rPr>
              <a:t>YAMNet</a:t>
            </a:r>
            <a:r>
              <a:rPr lang="en-US" sz="2400" b="1" dirty="0">
                <a:latin typeface="Titillium Web" panose="00000500000000000000" pitchFamily="2" charset="0"/>
              </a:rPr>
              <a:t>, a pretrained deep audio model. We evaluate whether features learned from music (GTZAN) can transfer to animal sounds (ESC-50). Six classifiers—Linear Regression, Random forest, Ridge regression, SVM, Nearest Centroid, and K-Nearest Neighbors—are tested under zero-shot, few-shot, and full fine-tuning setups. Zero-shot transfer performs poorly due to a strong domain gap, but few-shot learning with only five labeled samples per class leads to substantial gains, especially for SVM and Nearest Centroid. Full fine-tuning achieves the best performance (macro-F1 ≈ 0.80–0.84), showing that </a:t>
            </a:r>
            <a:r>
              <a:rPr lang="en-US" sz="2400" b="1" dirty="0" err="1">
                <a:latin typeface="Titillium Web" panose="00000500000000000000" pitchFamily="2" charset="0"/>
              </a:rPr>
              <a:t>YAMNet</a:t>
            </a:r>
            <a:r>
              <a:rPr lang="en-US" sz="2400" b="1" dirty="0">
                <a:latin typeface="Titillium Web" panose="00000500000000000000" pitchFamily="2" charset="0"/>
              </a:rPr>
              <a:t> enables effective adaptation even with limited labeled data.</a:t>
            </a:r>
            <a:endParaRPr lang="en-US" sz="24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09EDF506-3517-D68C-6238-1EBD24D09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7467" y="10117533"/>
            <a:ext cx="7515257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Transfer Learning Setup</a:t>
            </a:r>
          </a:p>
          <a:p>
            <a:r>
              <a:rPr lang="en-CA" sz="3200" dirty="0"/>
              <a:t>Explain:</a:t>
            </a:r>
          </a:p>
          <a:p>
            <a:r>
              <a:rPr lang="en-CA" sz="3200" dirty="0"/>
              <a:t>Zero-shot</a:t>
            </a:r>
          </a:p>
          <a:p>
            <a:r>
              <a:rPr lang="en-CA" sz="3200" dirty="0"/>
              <a:t>Few-shot (k=5)</a:t>
            </a:r>
          </a:p>
          <a:p>
            <a:r>
              <a:rPr lang="en-CA" sz="3200" dirty="0"/>
              <a:t>Full fine-tuning</a:t>
            </a:r>
          </a:p>
          <a:p>
            <a:r>
              <a:rPr lang="en-CA" sz="3200" dirty="0"/>
              <a:t>Classifiers (SVM, NC, KNN)</a:t>
            </a: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 descr="A blue bird sitting on a branch&#10;&#10;AI-generated content may be incorrect.">
            <a:extLst>
              <a:ext uri="{FF2B5EF4-FFF2-40B4-BE49-F238E27FC236}">
                <a16:creationId xmlns:a16="http://schemas.microsoft.com/office/drawing/2014/main" id="{39F46CAA-8CE2-E841-7DD9-9D9DF0FB3C8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4645" y="10875"/>
            <a:ext cx="6673755" cy="4275375"/>
          </a:xfrm>
          <a:prstGeom prst="rect">
            <a:avLst/>
          </a:prstGeom>
        </p:spPr>
      </p:pic>
      <p:pic>
        <p:nvPicPr>
          <p:cNvPr id="9" name="Picture 8" descr="A blue and green lines&#10;&#10;AI-generated content may be incorrect.">
            <a:extLst>
              <a:ext uri="{FF2B5EF4-FFF2-40B4-BE49-F238E27FC236}">
                <a16:creationId xmlns:a16="http://schemas.microsoft.com/office/drawing/2014/main" id="{B4142693-CA41-9B25-80FA-F9F72987880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751" y="20530688"/>
            <a:ext cx="33819152" cy="1414911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E39DAA9-A665-63B6-A42B-F68266CD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27" y="15536784"/>
            <a:ext cx="16061570" cy="51081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Datasets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713D4B-C024-931C-5888-70C85A59EB62}"/>
              </a:ext>
            </a:extLst>
          </p:cNvPr>
          <p:cNvSpPr txBox="1"/>
          <p:nvPr/>
        </p:nvSpPr>
        <p:spPr>
          <a:xfrm>
            <a:off x="8387174" y="16304123"/>
            <a:ext cx="73649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tillium Web" panose="00000500000000000000" pitchFamily="2" charset="0"/>
              </a:rPr>
              <a:t>ESC-50 – Animal Sounds Subset</a:t>
            </a:r>
          </a:p>
          <a:p>
            <a:r>
              <a:rPr lang="en-US" sz="3200" b="1" dirty="0">
                <a:latin typeface="Titillium Web" panose="00000500000000000000" pitchFamily="2" charset="0"/>
              </a:rPr>
              <a:t>2,000</a:t>
            </a:r>
            <a:r>
              <a:rPr lang="en-US" sz="3200" dirty="0">
                <a:latin typeface="Titillium Web" panose="00000500000000000000" pitchFamily="2" charset="0"/>
              </a:rPr>
              <a:t> clips</a:t>
            </a:r>
          </a:p>
          <a:p>
            <a:r>
              <a:rPr lang="en-US" sz="3200" b="1" dirty="0">
                <a:latin typeface="Titillium Web" panose="00000500000000000000" pitchFamily="2" charset="0"/>
              </a:rPr>
              <a:t>10 animal classes</a:t>
            </a:r>
            <a:r>
              <a:rPr lang="en-US" sz="3200" dirty="0">
                <a:latin typeface="Titillium Web" panose="00000500000000000000" pitchFamily="2" charset="0"/>
              </a:rPr>
              <a:t> (e.g., dog, cat, bird, frog…)</a:t>
            </a:r>
          </a:p>
          <a:p>
            <a:r>
              <a:rPr lang="en-US" sz="3200" b="1" dirty="0">
                <a:latin typeface="Titillium Web" panose="00000500000000000000" pitchFamily="2" charset="0"/>
              </a:rPr>
              <a:t>5 sec</a:t>
            </a:r>
            <a:r>
              <a:rPr lang="en-US" sz="3200" dirty="0">
                <a:latin typeface="Titillium Web" panose="00000500000000000000" pitchFamily="2" charset="0"/>
              </a:rPr>
              <a:t> per clip</a:t>
            </a:r>
          </a:p>
          <a:p>
            <a:r>
              <a:rPr lang="en-US" sz="3200" dirty="0">
                <a:latin typeface="Titillium Web" panose="00000500000000000000" pitchFamily="2" charset="0"/>
              </a:rPr>
              <a:t>Used as the </a:t>
            </a:r>
            <a:r>
              <a:rPr lang="en-US" sz="3200" b="1" dirty="0">
                <a:latin typeface="Titillium Web" panose="00000500000000000000" pitchFamily="2" charset="0"/>
              </a:rPr>
              <a:t>target domain</a:t>
            </a:r>
            <a:r>
              <a:rPr lang="en-US" sz="3200" dirty="0">
                <a:latin typeface="Titillium Web" panose="00000500000000000000" pitchFamily="2" charset="0"/>
              </a:rPr>
              <a:t> for few-shot &amp; full fine-tuning</a:t>
            </a:r>
          </a:p>
        </p:txBody>
      </p:sp>
      <p:pic>
        <p:nvPicPr>
          <p:cNvPr id="45" name="Picture 4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50839A5-E670-581E-658E-9995551490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36" y="13505209"/>
            <a:ext cx="7515257" cy="1537389"/>
          </a:xfrm>
          <a:prstGeom prst="rect">
            <a:avLst/>
          </a:prstGeom>
        </p:spPr>
      </p:pic>
      <p:pic>
        <p:nvPicPr>
          <p:cNvPr id="58" name="Picture 5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D676FDB-D91C-F0D0-6975-7708B940A9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5060" y="9234784"/>
            <a:ext cx="6907827" cy="4332194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DB151A01-441E-7C01-3D32-09443E112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63915" y="5225231"/>
            <a:ext cx="8039797" cy="3785651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7653D041-25F9-10D6-584F-6886B90438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03712" y="7377114"/>
            <a:ext cx="8050822" cy="3482688"/>
          </a:xfrm>
          <a:prstGeom prst="rect">
            <a:avLst/>
          </a:prstGeom>
        </p:spPr>
      </p:pic>
      <p:pic>
        <p:nvPicPr>
          <p:cNvPr id="54" name="Picture 53" descr="A graph showing a sound wave&#10;&#10;AI-generated content may be incorrect.">
            <a:extLst>
              <a:ext uri="{FF2B5EF4-FFF2-40B4-BE49-F238E27FC236}">
                <a16:creationId xmlns:a16="http://schemas.microsoft.com/office/drawing/2014/main" id="{18DECB07-0198-D6F7-4137-21446568A4C3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58" y="4337999"/>
            <a:ext cx="15825580" cy="4309313"/>
          </a:xfrm>
          <a:prstGeom prst="rect">
            <a:avLst/>
          </a:prstGeom>
        </p:spPr>
      </p:pic>
      <p:sp>
        <p:nvSpPr>
          <p:cNvPr id="202" name="Text Box 6">
            <a:extLst>
              <a:ext uri="{FF2B5EF4-FFF2-40B4-BE49-F238E27FC236}">
                <a16:creationId xmlns:a16="http://schemas.microsoft.com/office/drawing/2014/main" id="{F84977F4-15DF-6C52-BD76-F64DC41DF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3838" y="5225231"/>
            <a:ext cx="7515257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pPr marL="514350" indent="-514350">
              <a:buAutoNum type="arabicPeriod"/>
            </a:pPr>
            <a:r>
              <a:rPr lang="en-US" sz="32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importance of Deep Larning</a:t>
            </a:r>
          </a:p>
          <a:p>
            <a:pPr algn="just"/>
            <a:endParaRPr lang="en-US" sz="32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200" dirty="0" err="1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YAMNet</a:t>
            </a: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embeddings make training extremely efficient</a:t>
            </a: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3" name="Text Box 6">
            <a:extLst>
              <a:ext uri="{FF2B5EF4-FFF2-40B4-BE49-F238E27FC236}">
                <a16:creationId xmlns:a16="http://schemas.microsoft.com/office/drawing/2014/main" id="{EB3F0DBD-8713-F4BD-13ED-91DA976B8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8779" y="11184283"/>
            <a:ext cx="751525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2. Training Efficiency</a:t>
            </a:r>
          </a:p>
          <a:p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8" name="Text Box 6">
            <a:extLst>
              <a:ext uri="{FF2B5EF4-FFF2-40B4-BE49-F238E27FC236}">
                <a16:creationId xmlns:a16="http://schemas.microsoft.com/office/drawing/2014/main" id="{77FBEAC8-D2D0-6091-13ED-154D47093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581" y="15257568"/>
            <a:ext cx="7515257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Requires very little data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Training is extremely fast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Classical ML models become very competitive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Ideal for low resource or real time applications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Few-shot training is the best cost-performance tradeoff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1" name="Text Box 6">
            <a:extLst>
              <a:ext uri="{FF2B5EF4-FFF2-40B4-BE49-F238E27FC236}">
                <a16:creationId xmlns:a16="http://schemas.microsoft.com/office/drawing/2014/main" id="{77B236AE-20CF-4257-1127-134116877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1494" y="17714486"/>
            <a:ext cx="751525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32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Zero-shot performance collapses when source and target domain differ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Embeddings cannot specialize without fine tuning</a:t>
            </a:r>
            <a:endParaRPr lang="en-US" sz="32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13" name="Picture 212" descr="A chart with text and numbers&#10;&#10;AI-generated content may be incorrect.">
            <a:extLst>
              <a:ext uri="{FF2B5EF4-FFF2-40B4-BE49-F238E27FC236}">
                <a16:creationId xmlns:a16="http://schemas.microsoft.com/office/drawing/2014/main" id="{D5DE1558-D132-D4BA-E7C8-787EBB0D65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8491" y="12109060"/>
            <a:ext cx="7644455" cy="5096303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325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Titillium Web</vt:lpstr>
      <vt:lpstr>Arial</vt:lpstr>
      <vt:lpstr>Amaranth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Claudia Icela Martinez Garcia</cp:lastModifiedBy>
  <cp:revision>32</cp:revision>
  <dcterms:modified xsi:type="dcterms:W3CDTF">2025-11-14T22:48:17Z</dcterms:modified>
  <cp:category>scientific poster PowerPoint</cp:category>
</cp:coreProperties>
</file>